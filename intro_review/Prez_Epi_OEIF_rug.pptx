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36" r:id="rId4"/>
    <p:sldMasterId id="2147483785" r:id="rId5"/>
    <p:sldMasterId id="2147483797" r:id="rId6"/>
    <p:sldMasterId id="2147483752" r:id="rId7"/>
  </p:sldMasterIdLst>
  <p:notesMasterIdLst>
    <p:notesMasterId r:id="rId19"/>
  </p:notesMasterIdLst>
  <p:handoutMasterIdLst>
    <p:handoutMasterId r:id="rId20"/>
  </p:handoutMasterIdLst>
  <p:sldIdLst>
    <p:sldId id="257" r:id="rId8"/>
    <p:sldId id="289" r:id="rId9"/>
    <p:sldId id="291" r:id="rId10"/>
    <p:sldId id="290" r:id="rId11"/>
    <p:sldId id="283" r:id="rId12"/>
    <p:sldId id="284" r:id="rId13"/>
    <p:sldId id="292" r:id="rId14"/>
    <p:sldId id="285" r:id="rId15"/>
    <p:sldId id="293" r:id="rId16"/>
    <p:sldId id="287" r:id="rId17"/>
    <p:sldId id="288" r:id="rId18"/>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183"/>
    <a:srgbClr val="EEF7FB"/>
    <a:srgbClr val="FF7D00"/>
    <a:srgbClr val="FFF2E4"/>
    <a:srgbClr val="CD1424"/>
    <a:srgbClr val="0089A4"/>
    <a:srgbClr val="A6CFDE"/>
    <a:srgbClr val="13CED3"/>
    <a:srgbClr val="205527"/>
    <a:srgbClr val="AA4C1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76" autoAdjust="0"/>
    <p:restoredTop sz="94658"/>
  </p:normalViewPr>
  <p:slideViewPr>
    <p:cSldViewPr snapToGrid="0">
      <p:cViewPr varScale="1">
        <p:scale>
          <a:sx n="89" d="100"/>
          <a:sy n="89" d="100"/>
        </p:scale>
        <p:origin x="288" y="77"/>
      </p:cViewPr>
      <p:guideLst>
        <p:guide orient="horz" pos="2160"/>
        <p:guide pos="3840"/>
      </p:guideLst>
    </p:cSldViewPr>
  </p:slideViewPr>
  <p:notesTextViewPr>
    <p:cViewPr>
      <p:scale>
        <a:sx n="1" d="1"/>
        <a:sy n="1" d="1"/>
      </p:scale>
      <p:origin x="0" y="0"/>
    </p:cViewPr>
  </p:notesTextViewPr>
  <p:notesViewPr>
    <p:cSldViewPr snapToGrid="0">
      <p:cViewPr varScale="1">
        <p:scale>
          <a:sx n="93" d="100"/>
          <a:sy n="93" d="100"/>
        </p:scale>
        <p:origin x="3184" y="22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masi, K (epi)" userId="aac85165-aefb-4bcc-b4a0-16d1e661030a" providerId="ADAL" clId="{563FAF2F-6224-4606-A006-867DED018B2F}"/>
    <pc:docChg chg="undo custSel delSld modSld delMainMaster">
      <pc:chgData name="Tamasi, K (epi)" userId="aac85165-aefb-4bcc-b4a0-16d1e661030a" providerId="ADAL" clId="{563FAF2F-6224-4606-A006-867DED018B2F}" dt="2026-09-21T11:33:13.320" v="99" actId="255"/>
      <pc:docMkLst>
        <pc:docMk/>
      </pc:docMkLst>
      <pc:sldChg chg="modSp mod">
        <pc:chgData name="Tamasi, K (epi)" userId="aac85165-aefb-4bcc-b4a0-16d1e661030a" providerId="ADAL" clId="{563FAF2F-6224-4606-A006-867DED018B2F}" dt="2026-09-21T10:54:52.795" v="86" actId="20577"/>
        <pc:sldMkLst>
          <pc:docMk/>
          <pc:sldMk cId="1308276542" sldId="257"/>
        </pc:sldMkLst>
        <pc:spChg chg="mod">
          <ac:chgData name="Tamasi, K (epi)" userId="aac85165-aefb-4bcc-b4a0-16d1e661030a" providerId="ADAL" clId="{563FAF2F-6224-4606-A006-867DED018B2F}" dt="2026-09-21T10:54:52.795" v="86" actId="20577"/>
          <ac:spMkLst>
            <pc:docMk/>
            <pc:sldMk cId="1308276542" sldId="257"/>
            <ac:spMk id="5" creationId="{DCA8BF5F-0859-AFED-2C08-89CBA713D633}"/>
          </ac:spMkLst>
        </pc:spChg>
      </pc:sldChg>
      <pc:sldChg chg="modSp mod">
        <pc:chgData name="Tamasi, K (epi)" userId="aac85165-aefb-4bcc-b4a0-16d1e661030a" providerId="ADAL" clId="{563FAF2F-6224-4606-A006-867DED018B2F}" dt="2026-09-21T11:33:13.320" v="99" actId="255"/>
        <pc:sldMkLst>
          <pc:docMk/>
          <pc:sldMk cId="3184371341" sldId="283"/>
        </pc:sldMkLst>
        <pc:spChg chg="mod">
          <ac:chgData name="Tamasi, K (epi)" userId="aac85165-aefb-4bcc-b4a0-16d1e661030a" providerId="ADAL" clId="{563FAF2F-6224-4606-A006-867DED018B2F}" dt="2026-09-21T11:33:13.320" v="99" actId="255"/>
          <ac:spMkLst>
            <pc:docMk/>
            <pc:sldMk cId="3184371341" sldId="283"/>
            <ac:spMk id="3" creationId="{C472D44F-438E-B2D8-718A-F3E7FB7F50EE}"/>
          </ac:spMkLst>
        </pc:spChg>
      </pc:sldChg>
      <pc:sldChg chg="modSp mod">
        <pc:chgData name="Tamasi, K (epi)" userId="aac85165-aefb-4bcc-b4a0-16d1e661030a" providerId="ADAL" clId="{563FAF2F-6224-4606-A006-867DED018B2F}" dt="2026-09-21T10:54:12.235" v="81" actId="20577"/>
        <pc:sldMkLst>
          <pc:docMk/>
          <pc:sldMk cId="1012299747" sldId="287"/>
        </pc:sldMkLst>
        <pc:spChg chg="mod">
          <ac:chgData name="Tamasi, K (epi)" userId="aac85165-aefb-4bcc-b4a0-16d1e661030a" providerId="ADAL" clId="{563FAF2F-6224-4606-A006-867DED018B2F}" dt="2026-09-21T10:54:12.235" v="81" actId="20577"/>
          <ac:spMkLst>
            <pc:docMk/>
            <pc:sldMk cId="1012299747" sldId="287"/>
            <ac:spMk id="4" creationId="{C4B62EDA-BAC3-64A6-006B-3A1402222CC2}"/>
          </ac:spMkLst>
        </pc:spChg>
      </pc:sldChg>
      <pc:sldChg chg="mod modShow">
        <pc:chgData name="Tamasi, K (epi)" userId="aac85165-aefb-4bcc-b4a0-16d1e661030a" providerId="ADAL" clId="{563FAF2F-6224-4606-A006-867DED018B2F}" dt="2026-09-21T11:32:21.942" v="87" actId="729"/>
        <pc:sldMkLst>
          <pc:docMk/>
          <pc:sldMk cId="920549115" sldId="289"/>
        </pc:sldMkLst>
      </pc:sldChg>
      <pc:sldChg chg="mod modShow">
        <pc:chgData name="Tamasi, K (epi)" userId="aac85165-aefb-4bcc-b4a0-16d1e661030a" providerId="ADAL" clId="{563FAF2F-6224-4606-A006-867DED018B2F}" dt="2026-09-21T11:32:27.658" v="89" actId="729"/>
        <pc:sldMkLst>
          <pc:docMk/>
          <pc:sldMk cId="519345499" sldId="290"/>
        </pc:sldMkLst>
      </pc:sldChg>
      <pc:sldChg chg="mod modShow">
        <pc:chgData name="Tamasi, K (epi)" userId="aac85165-aefb-4bcc-b4a0-16d1e661030a" providerId="ADAL" clId="{563FAF2F-6224-4606-A006-867DED018B2F}" dt="2026-09-21T11:32:24.300" v="88" actId="729"/>
        <pc:sldMkLst>
          <pc:docMk/>
          <pc:sldMk cId="2535338148" sldId="29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a:extLst>
              <a:ext uri="{FF2B5EF4-FFF2-40B4-BE49-F238E27FC236}">
                <a16:creationId xmlns:a16="http://schemas.microsoft.com/office/drawing/2014/main" id="{19105A29-8BD3-DE9C-0679-65F90C4C252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a:extLst>
              <a:ext uri="{FF2B5EF4-FFF2-40B4-BE49-F238E27FC236}">
                <a16:creationId xmlns:a16="http://schemas.microsoft.com/office/drawing/2014/main" id="{CEA66554-8296-EA22-55C8-B025B0C017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24586E-66FD-914B-8D13-8AA0D2AC2C5A}" type="datetimeFigureOut">
              <a:rPr lang="nl-NL" smtClean="0"/>
              <a:t>21-9-2026</a:t>
            </a:fld>
            <a:endParaRPr lang="nl-NL"/>
          </a:p>
        </p:txBody>
      </p:sp>
      <p:sp>
        <p:nvSpPr>
          <p:cNvPr id="4" name="Tijdelijke aanduiding voor voettekst 3">
            <a:extLst>
              <a:ext uri="{FF2B5EF4-FFF2-40B4-BE49-F238E27FC236}">
                <a16:creationId xmlns:a16="http://schemas.microsoft.com/office/drawing/2014/main" id="{A47A52C5-4C6C-E0BF-2629-E166B685D9E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5" name="Tijdelijke aanduiding voor dianummer 4">
            <a:extLst>
              <a:ext uri="{FF2B5EF4-FFF2-40B4-BE49-F238E27FC236}">
                <a16:creationId xmlns:a16="http://schemas.microsoft.com/office/drawing/2014/main" id="{5181D355-9436-2CE5-86AB-532AD1DF64A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0E08326-F4F2-0247-BB8C-BBA9010021B8}" type="slidenum">
              <a:rPr lang="nl-NL" smtClean="0"/>
              <a:t>‹#›</a:t>
            </a:fld>
            <a:endParaRPr lang="nl-NL"/>
          </a:p>
        </p:txBody>
      </p:sp>
    </p:spTree>
    <p:extLst>
      <p:ext uri="{BB962C8B-B14F-4D97-AF65-F5344CB8AC3E}">
        <p14:creationId xmlns:p14="http://schemas.microsoft.com/office/powerpoint/2010/main" val="20734428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F3C69A-D47B-5346-96E6-D95BD0F66941}" type="datetimeFigureOut">
              <a:rPr lang="nl-NL" smtClean="0"/>
              <a:t>21-9-2026</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AEBBF4-6787-7641-A11B-4D56979276BD}" type="slidenum">
              <a:rPr lang="nl-NL" smtClean="0"/>
              <a:t>‹#›</a:t>
            </a:fld>
            <a:endParaRPr lang="nl-NL"/>
          </a:p>
        </p:txBody>
      </p:sp>
    </p:spTree>
    <p:extLst>
      <p:ext uri="{BB962C8B-B14F-4D97-AF65-F5344CB8AC3E}">
        <p14:creationId xmlns:p14="http://schemas.microsoft.com/office/powerpoint/2010/main" val="35114101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at the UMCG, here are my main activities involving research, collaboration, and consultation. I’ve been managing the statistical desk at the </a:t>
            </a:r>
            <a:r>
              <a:rPr lang="en-US" dirty="0" err="1"/>
              <a:t>cro</a:t>
            </a:r>
            <a:r>
              <a:rPr lang="en-US" dirty="0"/>
              <a:t> for five years now, helping hundreds of researchers in the process. It mainly involves consultations, it usually comes down to 1-to-3 consultations per week. Within the clinical trial hub, I’ve been supporting multi-center, investigator-initiated, and UMCG-</a:t>
            </a:r>
            <a:r>
              <a:rPr lang="en-US" dirty="0" err="1"/>
              <a:t>sponspored</a:t>
            </a:r>
            <a:r>
              <a:rPr lang="en-US" dirty="0"/>
              <a:t> trials, most of them are intensive collaborations with the goal of improving experimental design and statistical analysis plans. Organically over the years, I’ve developed educational materials that support researchers and are informed by my consultation practice. This also ties nicely to the </a:t>
            </a:r>
            <a:r>
              <a:rPr lang="en-US" dirty="0" err="1"/>
              <a:t>sectorgeld</a:t>
            </a:r>
            <a:r>
              <a:rPr lang="en-US" dirty="0"/>
              <a:t> objective of developing training material for clinical trial investigators. </a:t>
            </a:r>
            <a:endParaRPr lang="en-NL" dirty="0"/>
          </a:p>
        </p:txBody>
      </p:sp>
      <p:sp>
        <p:nvSpPr>
          <p:cNvPr id="4" name="Slide Number Placeholder 3"/>
          <p:cNvSpPr>
            <a:spLocks noGrp="1"/>
          </p:cNvSpPr>
          <p:nvPr>
            <p:ph type="sldNum" sz="quarter" idx="5"/>
          </p:nvPr>
        </p:nvSpPr>
        <p:spPr/>
        <p:txBody>
          <a:bodyPr/>
          <a:lstStyle/>
          <a:p>
            <a:fld id="{97AEBBF4-6787-7641-A11B-4D56979276BD}" type="slidenum">
              <a:rPr lang="nl-NL" smtClean="0"/>
              <a:t>2</a:t>
            </a:fld>
            <a:endParaRPr lang="nl-NL"/>
          </a:p>
        </p:txBody>
      </p:sp>
    </p:spTree>
    <p:extLst>
      <p:ext uri="{BB962C8B-B14F-4D97-AF65-F5344CB8AC3E}">
        <p14:creationId xmlns:p14="http://schemas.microsoft.com/office/powerpoint/2010/main" val="29558419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Regarding teaching, I’ve been teaching various methodology and statistics courses and also supervised the methodology and statistics training of students at the </a:t>
            </a:r>
            <a:r>
              <a:rPr lang="en-US" dirty="0" err="1"/>
              <a:t>neurosurg</a:t>
            </a:r>
            <a:r>
              <a:rPr lang="en-US" dirty="0"/>
              <a:t> and math dept. </a:t>
            </a:r>
            <a:endParaRPr lang="en-NL" dirty="0"/>
          </a:p>
        </p:txBody>
      </p:sp>
      <p:sp>
        <p:nvSpPr>
          <p:cNvPr id="4" name="Slide Number Placeholder 3"/>
          <p:cNvSpPr>
            <a:spLocks noGrp="1"/>
          </p:cNvSpPr>
          <p:nvPr>
            <p:ph type="sldNum" sz="quarter" idx="5"/>
          </p:nvPr>
        </p:nvSpPr>
        <p:spPr/>
        <p:txBody>
          <a:bodyPr/>
          <a:lstStyle/>
          <a:p>
            <a:fld id="{97AEBBF4-6787-7641-A11B-4D56979276BD}" type="slidenum">
              <a:rPr lang="nl-NL" smtClean="0"/>
              <a:t>3</a:t>
            </a:fld>
            <a:endParaRPr lang="nl-NL"/>
          </a:p>
        </p:txBody>
      </p:sp>
    </p:spTree>
    <p:extLst>
      <p:ext uri="{BB962C8B-B14F-4D97-AF65-F5344CB8AC3E}">
        <p14:creationId xmlns:p14="http://schemas.microsoft.com/office/powerpoint/2010/main" val="13695342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activity of educational module design deserves its own slide. It meets the objective of </a:t>
            </a:r>
            <a:r>
              <a:rPr lang="en-US" dirty="0" err="1"/>
              <a:t>sectorgelden</a:t>
            </a:r>
            <a:r>
              <a:rPr lang="en-US" dirty="0"/>
              <a:t> with which my position is partially funded. I’ve already developed modules on. When it comes to the question of career advancement, I see the potential of developing my own research line through writing tutorial papers and also I’d like to attract more grants.  </a:t>
            </a:r>
            <a:endParaRPr lang="en-NL" dirty="0"/>
          </a:p>
        </p:txBody>
      </p:sp>
      <p:sp>
        <p:nvSpPr>
          <p:cNvPr id="4" name="Slide Number Placeholder 3"/>
          <p:cNvSpPr>
            <a:spLocks noGrp="1"/>
          </p:cNvSpPr>
          <p:nvPr>
            <p:ph type="sldNum" sz="quarter" idx="5"/>
          </p:nvPr>
        </p:nvSpPr>
        <p:spPr/>
        <p:txBody>
          <a:bodyPr/>
          <a:lstStyle/>
          <a:p>
            <a:fld id="{97AEBBF4-6787-7641-A11B-4D56979276BD}" type="slidenum">
              <a:rPr lang="nl-NL" smtClean="0"/>
              <a:t>4</a:t>
            </a:fld>
            <a:endParaRPr lang="nl-NL"/>
          </a:p>
        </p:txBody>
      </p:sp>
    </p:spTree>
    <p:extLst>
      <p:ext uri="{BB962C8B-B14F-4D97-AF65-F5344CB8AC3E}">
        <p14:creationId xmlns:p14="http://schemas.microsoft.com/office/powerpoint/2010/main" val="41103285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77A59F-52C5-92CA-2D7A-A4C733081158}"/>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nl-NL"/>
          </a:p>
        </p:txBody>
      </p:sp>
      <p:sp>
        <p:nvSpPr>
          <p:cNvPr id="3" name="Ondertitel 2">
            <a:extLst>
              <a:ext uri="{FF2B5EF4-FFF2-40B4-BE49-F238E27FC236}">
                <a16:creationId xmlns:a16="http://schemas.microsoft.com/office/drawing/2014/main" id="{F8956CB6-E2CE-A663-35DC-2AFB2C52F6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nl-NL"/>
          </a:p>
        </p:txBody>
      </p:sp>
      <p:sp>
        <p:nvSpPr>
          <p:cNvPr id="4" name="Tijdelijke aanduiding voor datum 3">
            <a:extLst>
              <a:ext uri="{FF2B5EF4-FFF2-40B4-BE49-F238E27FC236}">
                <a16:creationId xmlns:a16="http://schemas.microsoft.com/office/drawing/2014/main" id="{18AF7571-49EA-3B91-2367-662CE698CD23}"/>
              </a:ext>
            </a:extLst>
          </p:cNvPr>
          <p:cNvSpPr>
            <a:spLocks noGrp="1"/>
          </p:cNvSpPr>
          <p:nvPr>
            <p:ph type="dt" sz="half" idx="10"/>
          </p:nvPr>
        </p:nvSpPr>
        <p:spPr/>
        <p:txBody>
          <a:bodyPr/>
          <a:lstStyle/>
          <a:p>
            <a:fld id="{ED53A618-D078-4B42-91D8-AA82FC77CA61}" type="datetime1">
              <a:rPr lang="nl-NL" smtClean="0"/>
              <a:t>21-9-2026</a:t>
            </a:fld>
            <a:endParaRPr lang="nl-NL"/>
          </a:p>
        </p:txBody>
      </p:sp>
      <p:sp>
        <p:nvSpPr>
          <p:cNvPr id="5" name="Tijdelijke aanduiding voor voettekst 4">
            <a:extLst>
              <a:ext uri="{FF2B5EF4-FFF2-40B4-BE49-F238E27FC236}">
                <a16:creationId xmlns:a16="http://schemas.microsoft.com/office/drawing/2014/main" id="{58CDA4C3-B8D7-F3A9-8127-CE040382D8A7}"/>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3D151D9E-581E-7B8C-0120-168C9CA5C388}"/>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8273519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78C858E-A336-23FB-CB51-0A1AF6F0F395}"/>
              </a:ext>
            </a:extLst>
          </p:cNvPr>
          <p:cNvSpPr>
            <a:spLocks noGrp="1"/>
          </p:cNvSpPr>
          <p:nvPr>
            <p:ph type="title"/>
          </p:nvPr>
        </p:nvSpPr>
        <p:spPr/>
        <p:txBody>
          <a:bodyPr/>
          <a:lstStyle/>
          <a:p>
            <a:r>
              <a:rPr lang="en-GB"/>
              <a:t>Click to edit Master title style</a:t>
            </a:r>
            <a:endParaRPr lang="nl-NL"/>
          </a:p>
        </p:txBody>
      </p:sp>
      <p:sp>
        <p:nvSpPr>
          <p:cNvPr id="3" name="Tijdelijke aanduiding voor inhoud 2">
            <a:extLst>
              <a:ext uri="{FF2B5EF4-FFF2-40B4-BE49-F238E27FC236}">
                <a16:creationId xmlns:a16="http://schemas.microsoft.com/office/drawing/2014/main" id="{E5514954-9DF5-0F40-FD6A-1AFD6712AFA1}"/>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NL"/>
          </a:p>
        </p:txBody>
      </p:sp>
      <p:sp>
        <p:nvSpPr>
          <p:cNvPr id="4" name="Tijdelijke aanduiding voor datum 3">
            <a:extLst>
              <a:ext uri="{FF2B5EF4-FFF2-40B4-BE49-F238E27FC236}">
                <a16:creationId xmlns:a16="http://schemas.microsoft.com/office/drawing/2014/main" id="{DFBC259F-A42C-96F8-339A-8ACCD124F432}"/>
              </a:ext>
            </a:extLst>
          </p:cNvPr>
          <p:cNvSpPr>
            <a:spLocks noGrp="1"/>
          </p:cNvSpPr>
          <p:nvPr>
            <p:ph type="dt" sz="half" idx="10"/>
          </p:nvPr>
        </p:nvSpPr>
        <p:spPr/>
        <p:txBody>
          <a:bodyPr/>
          <a:lstStyle/>
          <a:p>
            <a:fld id="{B61E9BCC-DD5B-4EEA-B3A0-6BDFA648124E}" type="datetime1">
              <a:rPr lang="nl-NL" smtClean="0"/>
              <a:t>21-9-2026</a:t>
            </a:fld>
            <a:endParaRPr lang="nl-NL"/>
          </a:p>
        </p:txBody>
      </p:sp>
      <p:sp>
        <p:nvSpPr>
          <p:cNvPr id="5" name="Tijdelijke aanduiding voor voettekst 4">
            <a:extLst>
              <a:ext uri="{FF2B5EF4-FFF2-40B4-BE49-F238E27FC236}">
                <a16:creationId xmlns:a16="http://schemas.microsoft.com/office/drawing/2014/main" id="{05795C1C-F9CB-5A01-DDAE-1DDB1A75E212}"/>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8EB39B60-2BDA-F568-09CA-9F03460983D2}"/>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2794563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B6BBFE8-EE19-CEFE-D7E9-EFCA7978B11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nl-NL"/>
          </a:p>
        </p:txBody>
      </p:sp>
      <p:sp>
        <p:nvSpPr>
          <p:cNvPr id="3" name="Tijdelijke aanduiding voor tekst 2">
            <a:extLst>
              <a:ext uri="{FF2B5EF4-FFF2-40B4-BE49-F238E27FC236}">
                <a16:creationId xmlns:a16="http://schemas.microsoft.com/office/drawing/2014/main" id="{3210A166-9FAD-41E1-003E-52E151BF9FC5}"/>
              </a:ext>
            </a:extLst>
          </p:cNvPr>
          <p:cNvSpPr>
            <a:spLocks noGrp="1"/>
          </p:cNvSpPr>
          <p:nvPr>
            <p:ph type="body" idx="1"/>
          </p:nvPr>
        </p:nvSpPr>
        <p:spPr>
          <a:xfrm>
            <a:off x="831850" y="4589463"/>
            <a:ext cx="10515600" cy="1500187"/>
          </a:xfrm>
        </p:spPr>
        <p:txBody>
          <a:bodyPr/>
          <a:lstStyle>
            <a:lvl1pPr marL="0" indent="0">
              <a:buNone/>
              <a:defRPr sz="2400">
                <a:solidFill>
                  <a:schemeClr val="bg1"/>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Tijdelijke aanduiding voor datum 3">
            <a:extLst>
              <a:ext uri="{FF2B5EF4-FFF2-40B4-BE49-F238E27FC236}">
                <a16:creationId xmlns:a16="http://schemas.microsoft.com/office/drawing/2014/main" id="{312A8DE4-5E73-81F3-51C1-141ADF52989B}"/>
              </a:ext>
            </a:extLst>
          </p:cNvPr>
          <p:cNvSpPr>
            <a:spLocks noGrp="1"/>
          </p:cNvSpPr>
          <p:nvPr>
            <p:ph type="dt" sz="half" idx="10"/>
          </p:nvPr>
        </p:nvSpPr>
        <p:spPr/>
        <p:txBody>
          <a:bodyPr/>
          <a:lstStyle/>
          <a:p>
            <a:fld id="{C81E247D-F2DA-4BD1-AD0E-8A2A4F9A2D3A}" type="datetime1">
              <a:rPr lang="nl-NL" smtClean="0"/>
              <a:t>21-9-2026</a:t>
            </a:fld>
            <a:endParaRPr lang="nl-NL"/>
          </a:p>
        </p:txBody>
      </p:sp>
      <p:sp>
        <p:nvSpPr>
          <p:cNvPr id="5" name="Tijdelijke aanduiding voor voettekst 4">
            <a:extLst>
              <a:ext uri="{FF2B5EF4-FFF2-40B4-BE49-F238E27FC236}">
                <a16:creationId xmlns:a16="http://schemas.microsoft.com/office/drawing/2014/main" id="{0553540F-133D-707F-ECE0-1D56D5C40728}"/>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07B138EC-A044-3522-8F06-5CCA8572BB03}"/>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201386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BFEA6D6-2B43-B2EA-A79C-A39ED633674C}"/>
              </a:ext>
            </a:extLst>
          </p:cNvPr>
          <p:cNvSpPr>
            <a:spLocks noGrp="1"/>
          </p:cNvSpPr>
          <p:nvPr>
            <p:ph type="title"/>
          </p:nvPr>
        </p:nvSpPr>
        <p:spPr/>
        <p:txBody>
          <a:bodyPr/>
          <a:lstStyle/>
          <a:p>
            <a:r>
              <a:rPr lang="en-GB"/>
              <a:t>Click to edit Master title style</a:t>
            </a:r>
            <a:endParaRPr lang="nl-NL"/>
          </a:p>
        </p:txBody>
      </p:sp>
      <p:sp>
        <p:nvSpPr>
          <p:cNvPr id="3" name="Tijdelijke aanduiding voor inhoud 2">
            <a:extLst>
              <a:ext uri="{FF2B5EF4-FFF2-40B4-BE49-F238E27FC236}">
                <a16:creationId xmlns:a16="http://schemas.microsoft.com/office/drawing/2014/main" id="{E63846C9-5C6A-889D-163C-88F4F8FCC61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NL"/>
          </a:p>
        </p:txBody>
      </p:sp>
      <p:sp>
        <p:nvSpPr>
          <p:cNvPr id="4" name="Tijdelijke aanduiding voor inhoud 3">
            <a:extLst>
              <a:ext uri="{FF2B5EF4-FFF2-40B4-BE49-F238E27FC236}">
                <a16:creationId xmlns:a16="http://schemas.microsoft.com/office/drawing/2014/main" id="{0C64FDB2-7D17-EA0C-0871-42F7BD239C8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NL"/>
          </a:p>
        </p:txBody>
      </p:sp>
      <p:sp>
        <p:nvSpPr>
          <p:cNvPr id="5" name="Tijdelijke aanduiding voor datum 4">
            <a:extLst>
              <a:ext uri="{FF2B5EF4-FFF2-40B4-BE49-F238E27FC236}">
                <a16:creationId xmlns:a16="http://schemas.microsoft.com/office/drawing/2014/main" id="{25DADB0B-B902-E9CB-E40A-79D75D7A990B}"/>
              </a:ext>
            </a:extLst>
          </p:cNvPr>
          <p:cNvSpPr>
            <a:spLocks noGrp="1"/>
          </p:cNvSpPr>
          <p:nvPr>
            <p:ph type="dt" sz="half" idx="10"/>
          </p:nvPr>
        </p:nvSpPr>
        <p:spPr/>
        <p:txBody>
          <a:bodyPr/>
          <a:lstStyle/>
          <a:p>
            <a:fld id="{50B0A5B0-795F-4DE5-B8F2-B147223AFA98}" type="datetime1">
              <a:rPr lang="nl-NL" smtClean="0"/>
              <a:t>21-9-2026</a:t>
            </a:fld>
            <a:endParaRPr lang="nl-NL"/>
          </a:p>
        </p:txBody>
      </p:sp>
      <p:sp>
        <p:nvSpPr>
          <p:cNvPr id="6" name="Tijdelijke aanduiding voor voettekst 5">
            <a:extLst>
              <a:ext uri="{FF2B5EF4-FFF2-40B4-BE49-F238E27FC236}">
                <a16:creationId xmlns:a16="http://schemas.microsoft.com/office/drawing/2014/main" id="{74AE2A42-6C87-BF25-F1B7-98A43009DB41}"/>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405B4014-E19A-95F0-1139-860165149E10}"/>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27203231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FECE156-35F7-C4D3-331B-53932722543B}"/>
              </a:ext>
            </a:extLst>
          </p:cNvPr>
          <p:cNvSpPr>
            <a:spLocks noGrp="1"/>
          </p:cNvSpPr>
          <p:nvPr>
            <p:ph type="title"/>
          </p:nvPr>
        </p:nvSpPr>
        <p:spPr>
          <a:xfrm>
            <a:off x="839788" y="365125"/>
            <a:ext cx="10515600" cy="1325563"/>
          </a:xfrm>
        </p:spPr>
        <p:txBody>
          <a:bodyPr/>
          <a:lstStyle/>
          <a:p>
            <a:r>
              <a:rPr lang="en-GB"/>
              <a:t>Click to edit Master title style</a:t>
            </a:r>
            <a:endParaRPr lang="nl-NL"/>
          </a:p>
        </p:txBody>
      </p:sp>
      <p:sp>
        <p:nvSpPr>
          <p:cNvPr id="3" name="Tijdelijke aanduiding voor tekst 2">
            <a:extLst>
              <a:ext uri="{FF2B5EF4-FFF2-40B4-BE49-F238E27FC236}">
                <a16:creationId xmlns:a16="http://schemas.microsoft.com/office/drawing/2014/main" id="{E30C58FB-50BE-7A8F-2B99-2B76733D36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Tijdelijke aanduiding voor inhoud 3">
            <a:extLst>
              <a:ext uri="{FF2B5EF4-FFF2-40B4-BE49-F238E27FC236}">
                <a16:creationId xmlns:a16="http://schemas.microsoft.com/office/drawing/2014/main" id="{E63009AE-DDF7-14A3-BE28-10219473F90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NL"/>
          </a:p>
        </p:txBody>
      </p:sp>
      <p:sp>
        <p:nvSpPr>
          <p:cNvPr id="5" name="Tijdelijke aanduiding voor tekst 4">
            <a:extLst>
              <a:ext uri="{FF2B5EF4-FFF2-40B4-BE49-F238E27FC236}">
                <a16:creationId xmlns:a16="http://schemas.microsoft.com/office/drawing/2014/main" id="{B29266A7-1BC5-555C-3230-FFCCF7FB0B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Tijdelijke aanduiding voor inhoud 5">
            <a:extLst>
              <a:ext uri="{FF2B5EF4-FFF2-40B4-BE49-F238E27FC236}">
                <a16:creationId xmlns:a16="http://schemas.microsoft.com/office/drawing/2014/main" id="{44EE9D0A-83A1-0C62-FC4F-5A28F15C08D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NL"/>
          </a:p>
        </p:txBody>
      </p:sp>
      <p:sp>
        <p:nvSpPr>
          <p:cNvPr id="7" name="Tijdelijke aanduiding voor datum 6">
            <a:extLst>
              <a:ext uri="{FF2B5EF4-FFF2-40B4-BE49-F238E27FC236}">
                <a16:creationId xmlns:a16="http://schemas.microsoft.com/office/drawing/2014/main" id="{4D60FC86-8000-DC41-7635-28410E1D4E8F}"/>
              </a:ext>
            </a:extLst>
          </p:cNvPr>
          <p:cNvSpPr>
            <a:spLocks noGrp="1"/>
          </p:cNvSpPr>
          <p:nvPr>
            <p:ph type="dt" sz="half" idx="10"/>
          </p:nvPr>
        </p:nvSpPr>
        <p:spPr/>
        <p:txBody>
          <a:bodyPr/>
          <a:lstStyle/>
          <a:p>
            <a:fld id="{FF9B826B-A02E-4DDC-99E6-F01155CBB4C7}" type="datetime1">
              <a:rPr lang="nl-NL" smtClean="0"/>
              <a:t>21-9-2026</a:t>
            </a:fld>
            <a:endParaRPr lang="nl-NL"/>
          </a:p>
        </p:txBody>
      </p:sp>
      <p:sp>
        <p:nvSpPr>
          <p:cNvPr id="8" name="Tijdelijke aanduiding voor voettekst 7">
            <a:extLst>
              <a:ext uri="{FF2B5EF4-FFF2-40B4-BE49-F238E27FC236}">
                <a16:creationId xmlns:a16="http://schemas.microsoft.com/office/drawing/2014/main" id="{A4F07FD3-2678-2F04-CE0E-7A1C3BDB5F03}"/>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9FB1A94E-6C9F-4034-FC2B-050503676F4C}"/>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3064117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DEE528-572E-8719-B642-3CC08FD34EDC}"/>
              </a:ext>
            </a:extLst>
          </p:cNvPr>
          <p:cNvSpPr>
            <a:spLocks noGrp="1"/>
          </p:cNvSpPr>
          <p:nvPr>
            <p:ph type="title"/>
          </p:nvPr>
        </p:nvSpPr>
        <p:spPr/>
        <p:txBody>
          <a:bodyPr/>
          <a:lstStyle/>
          <a:p>
            <a:r>
              <a:rPr lang="en-GB"/>
              <a:t>Click to edit Master title style</a:t>
            </a:r>
            <a:endParaRPr lang="nl-NL"/>
          </a:p>
        </p:txBody>
      </p:sp>
      <p:sp>
        <p:nvSpPr>
          <p:cNvPr id="3" name="Tijdelijke aanduiding voor datum 2">
            <a:extLst>
              <a:ext uri="{FF2B5EF4-FFF2-40B4-BE49-F238E27FC236}">
                <a16:creationId xmlns:a16="http://schemas.microsoft.com/office/drawing/2014/main" id="{40147669-3598-53C4-7128-98271AEE8888}"/>
              </a:ext>
            </a:extLst>
          </p:cNvPr>
          <p:cNvSpPr>
            <a:spLocks noGrp="1"/>
          </p:cNvSpPr>
          <p:nvPr>
            <p:ph type="dt" sz="half" idx="10"/>
          </p:nvPr>
        </p:nvSpPr>
        <p:spPr/>
        <p:txBody>
          <a:bodyPr/>
          <a:lstStyle/>
          <a:p>
            <a:fld id="{49999192-F87F-482B-BB64-E45871DF4318}" type="datetime1">
              <a:rPr lang="nl-NL" smtClean="0"/>
              <a:t>21-9-2026</a:t>
            </a:fld>
            <a:endParaRPr lang="nl-NL"/>
          </a:p>
        </p:txBody>
      </p:sp>
      <p:sp>
        <p:nvSpPr>
          <p:cNvPr id="4" name="Tijdelijke aanduiding voor voettekst 3">
            <a:extLst>
              <a:ext uri="{FF2B5EF4-FFF2-40B4-BE49-F238E27FC236}">
                <a16:creationId xmlns:a16="http://schemas.microsoft.com/office/drawing/2014/main" id="{EEFE65E6-BB8A-C010-9CFB-D815A3E334CF}"/>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FD8D7AD2-1E46-14F3-9DB9-F8BDE84A9525}"/>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31971698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9B65AACB-D7E7-F981-5B36-C8788A6D3457}"/>
              </a:ext>
            </a:extLst>
          </p:cNvPr>
          <p:cNvSpPr>
            <a:spLocks noGrp="1"/>
          </p:cNvSpPr>
          <p:nvPr>
            <p:ph type="dt" sz="half" idx="10"/>
          </p:nvPr>
        </p:nvSpPr>
        <p:spPr/>
        <p:txBody>
          <a:bodyPr/>
          <a:lstStyle/>
          <a:p>
            <a:fld id="{A5266003-87A2-4084-A43B-2EB60819C65E}" type="datetime1">
              <a:rPr lang="nl-NL" smtClean="0"/>
              <a:t>21-9-2026</a:t>
            </a:fld>
            <a:endParaRPr lang="nl-NL"/>
          </a:p>
        </p:txBody>
      </p:sp>
      <p:sp>
        <p:nvSpPr>
          <p:cNvPr id="3" name="Tijdelijke aanduiding voor voettekst 2">
            <a:extLst>
              <a:ext uri="{FF2B5EF4-FFF2-40B4-BE49-F238E27FC236}">
                <a16:creationId xmlns:a16="http://schemas.microsoft.com/office/drawing/2014/main" id="{BAB2D8D3-1B76-D4A6-02A6-42A1F1CB82E1}"/>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E3C6ECAE-129C-67E5-08EB-675960E7E223}"/>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11637409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D9B4845-4FB2-229A-BE87-11EBB16A334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nl-NL"/>
          </a:p>
        </p:txBody>
      </p:sp>
      <p:sp>
        <p:nvSpPr>
          <p:cNvPr id="3" name="Tijdelijke aanduiding voor inhoud 2">
            <a:extLst>
              <a:ext uri="{FF2B5EF4-FFF2-40B4-BE49-F238E27FC236}">
                <a16:creationId xmlns:a16="http://schemas.microsoft.com/office/drawing/2014/main" id="{459C2F5A-30FE-7502-DD16-D520EB351C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NL"/>
          </a:p>
        </p:txBody>
      </p:sp>
      <p:sp>
        <p:nvSpPr>
          <p:cNvPr id="4" name="Tijdelijke aanduiding voor tekst 3">
            <a:extLst>
              <a:ext uri="{FF2B5EF4-FFF2-40B4-BE49-F238E27FC236}">
                <a16:creationId xmlns:a16="http://schemas.microsoft.com/office/drawing/2014/main" id="{7964BCDE-5ECA-C037-6525-0A8059F875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Tijdelijke aanduiding voor datum 4">
            <a:extLst>
              <a:ext uri="{FF2B5EF4-FFF2-40B4-BE49-F238E27FC236}">
                <a16:creationId xmlns:a16="http://schemas.microsoft.com/office/drawing/2014/main" id="{3B0BBCB2-F6A8-42EE-C525-82B7C6325F62}"/>
              </a:ext>
            </a:extLst>
          </p:cNvPr>
          <p:cNvSpPr>
            <a:spLocks noGrp="1"/>
          </p:cNvSpPr>
          <p:nvPr>
            <p:ph type="dt" sz="half" idx="10"/>
          </p:nvPr>
        </p:nvSpPr>
        <p:spPr/>
        <p:txBody>
          <a:bodyPr/>
          <a:lstStyle/>
          <a:p>
            <a:fld id="{37EC25E0-B7D7-4DD1-B0B4-67662EAFC26B}" type="datetime1">
              <a:rPr lang="nl-NL" smtClean="0"/>
              <a:t>21-9-2026</a:t>
            </a:fld>
            <a:endParaRPr lang="nl-NL"/>
          </a:p>
        </p:txBody>
      </p:sp>
      <p:sp>
        <p:nvSpPr>
          <p:cNvPr id="6" name="Tijdelijke aanduiding voor voettekst 5">
            <a:extLst>
              <a:ext uri="{FF2B5EF4-FFF2-40B4-BE49-F238E27FC236}">
                <a16:creationId xmlns:a16="http://schemas.microsoft.com/office/drawing/2014/main" id="{7C0FCCA9-118D-7649-8978-656D2A546FFB}"/>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7F45965B-DA56-AE8B-43BB-0932834BF61F}"/>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26770402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2DC985-3433-5D46-1276-0753A22EE90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nl-NL"/>
          </a:p>
        </p:txBody>
      </p:sp>
      <p:sp>
        <p:nvSpPr>
          <p:cNvPr id="3" name="Tijdelijke aanduiding voor afbeelding 2">
            <a:extLst>
              <a:ext uri="{FF2B5EF4-FFF2-40B4-BE49-F238E27FC236}">
                <a16:creationId xmlns:a16="http://schemas.microsoft.com/office/drawing/2014/main" id="{FF339BA0-DF6F-AE2A-2FF5-C208E444E3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nl-NL"/>
          </a:p>
        </p:txBody>
      </p:sp>
      <p:sp>
        <p:nvSpPr>
          <p:cNvPr id="4" name="Tijdelijke aanduiding voor tekst 3">
            <a:extLst>
              <a:ext uri="{FF2B5EF4-FFF2-40B4-BE49-F238E27FC236}">
                <a16:creationId xmlns:a16="http://schemas.microsoft.com/office/drawing/2014/main" id="{EEEE55B0-64F1-2426-9859-340B2717E5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Tijdelijke aanduiding voor datum 4">
            <a:extLst>
              <a:ext uri="{FF2B5EF4-FFF2-40B4-BE49-F238E27FC236}">
                <a16:creationId xmlns:a16="http://schemas.microsoft.com/office/drawing/2014/main" id="{CF787EE0-D9B4-DFC0-F137-86064B4CAEA6}"/>
              </a:ext>
            </a:extLst>
          </p:cNvPr>
          <p:cNvSpPr>
            <a:spLocks noGrp="1"/>
          </p:cNvSpPr>
          <p:nvPr>
            <p:ph type="dt" sz="half" idx="10"/>
          </p:nvPr>
        </p:nvSpPr>
        <p:spPr/>
        <p:txBody>
          <a:bodyPr/>
          <a:lstStyle/>
          <a:p>
            <a:fld id="{D547A336-BBBC-4369-A93B-E0C80D9343F5}" type="datetime1">
              <a:rPr lang="nl-NL" smtClean="0"/>
              <a:t>21-9-2026</a:t>
            </a:fld>
            <a:endParaRPr lang="nl-NL"/>
          </a:p>
        </p:txBody>
      </p:sp>
      <p:sp>
        <p:nvSpPr>
          <p:cNvPr id="6" name="Tijdelijke aanduiding voor voettekst 5">
            <a:extLst>
              <a:ext uri="{FF2B5EF4-FFF2-40B4-BE49-F238E27FC236}">
                <a16:creationId xmlns:a16="http://schemas.microsoft.com/office/drawing/2014/main" id="{CD3FEEBA-65B6-D7EA-3066-8663B96EE5EF}"/>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907C7861-1655-CE15-0685-9BAA3975FD51}"/>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39251759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Afbeelding met bijschrift">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86C4455A-B032-BC00-4D85-CA9DC415752F}"/>
              </a:ext>
            </a:extLst>
          </p:cNvPr>
          <p:cNvSpPr/>
          <p:nvPr userDrawn="1"/>
        </p:nvSpPr>
        <p:spPr>
          <a:xfrm>
            <a:off x="9291918" y="5567082"/>
            <a:ext cx="2245658" cy="847165"/>
          </a:xfrm>
          <a:prstGeom prst="rect">
            <a:avLst/>
          </a:prstGeom>
          <a:solidFill>
            <a:srgbClr val="00318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4" name="Tijdelijke aanduiding voor afbeelding 3">
            <a:extLst>
              <a:ext uri="{FF2B5EF4-FFF2-40B4-BE49-F238E27FC236}">
                <a16:creationId xmlns:a16="http://schemas.microsoft.com/office/drawing/2014/main" id="{AF3E26E4-C3C9-CECF-0393-F2C50E1B212D}"/>
              </a:ext>
            </a:extLst>
          </p:cNvPr>
          <p:cNvSpPr>
            <a:spLocks noGrp="1" noChangeAspect="1"/>
          </p:cNvSpPr>
          <p:nvPr>
            <p:ph type="pic" idx="1"/>
          </p:nvPr>
        </p:nvSpPr>
        <p:spPr>
          <a:xfrm>
            <a:off x="6954754" y="549000"/>
            <a:ext cx="4647823" cy="5760000"/>
          </a:xfrm>
        </p:spPr>
        <p:txBody>
          <a:bodyPr/>
          <a:lstStyle/>
          <a:p>
            <a:r>
              <a:rPr lang="en-GB"/>
              <a:t>Click icon to add picture</a:t>
            </a:r>
            <a:endParaRPr lang="nl-NL" dirty="0"/>
          </a:p>
        </p:txBody>
      </p:sp>
      <p:sp>
        <p:nvSpPr>
          <p:cNvPr id="12" name="Titel 1">
            <a:extLst>
              <a:ext uri="{FF2B5EF4-FFF2-40B4-BE49-F238E27FC236}">
                <a16:creationId xmlns:a16="http://schemas.microsoft.com/office/drawing/2014/main" id="{3397FBD6-7FB9-B111-D583-9E1A50FB2F53}"/>
              </a:ext>
            </a:extLst>
          </p:cNvPr>
          <p:cNvSpPr>
            <a:spLocks noGrp="1"/>
          </p:cNvSpPr>
          <p:nvPr>
            <p:ph type="title"/>
          </p:nvPr>
        </p:nvSpPr>
        <p:spPr>
          <a:xfrm>
            <a:off x="605118" y="548999"/>
            <a:ext cx="5907740" cy="1362489"/>
          </a:xfrm>
        </p:spPr>
        <p:txBody>
          <a:bodyPr/>
          <a:lstStyle/>
          <a:p>
            <a:r>
              <a:rPr lang="en-GB"/>
              <a:t>Click to edit Master title style</a:t>
            </a:r>
            <a:endParaRPr lang="nl-NL" dirty="0"/>
          </a:p>
        </p:txBody>
      </p:sp>
      <p:sp>
        <p:nvSpPr>
          <p:cNvPr id="13" name="Tijdelijke aanduiding voor inhoud 2">
            <a:extLst>
              <a:ext uri="{FF2B5EF4-FFF2-40B4-BE49-F238E27FC236}">
                <a16:creationId xmlns:a16="http://schemas.microsoft.com/office/drawing/2014/main" id="{C914C98A-502F-F6C0-0690-610A36F4A771}"/>
              </a:ext>
            </a:extLst>
          </p:cNvPr>
          <p:cNvSpPr>
            <a:spLocks noGrp="1"/>
          </p:cNvSpPr>
          <p:nvPr>
            <p:ph sz="half" idx="10"/>
          </p:nvPr>
        </p:nvSpPr>
        <p:spPr>
          <a:xfrm>
            <a:off x="605118" y="2173357"/>
            <a:ext cx="5907739" cy="4135644"/>
          </a:xfrm>
        </p:spPr>
        <p:txBody>
          <a:bodyPr/>
          <a:lstStyle/>
          <a:p>
            <a:pPr lvl="0"/>
            <a:r>
              <a:rPr lang="en-GB"/>
              <a:t>Click to edit Master text styles</a:t>
            </a:r>
          </a:p>
        </p:txBody>
      </p:sp>
    </p:spTree>
    <p:extLst>
      <p:ext uri="{BB962C8B-B14F-4D97-AF65-F5344CB8AC3E}">
        <p14:creationId xmlns:p14="http://schemas.microsoft.com/office/powerpoint/2010/main" val="3270376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FD11E92-240E-CD92-0A11-BECB7AF02406}"/>
              </a:ext>
            </a:extLst>
          </p:cNvPr>
          <p:cNvSpPr>
            <a:spLocks noGrp="1"/>
          </p:cNvSpPr>
          <p:nvPr>
            <p:ph type="title"/>
          </p:nvPr>
        </p:nvSpPr>
        <p:spPr/>
        <p:txBody>
          <a:bodyPr/>
          <a:lstStyle/>
          <a:p>
            <a:r>
              <a:rPr lang="en-GB"/>
              <a:t>Click to edit Master title style</a:t>
            </a:r>
            <a:endParaRPr lang="nl-NL"/>
          </a:p>
        </p:txBody>
      </p:sp>
      <p:sp>
        <p:nvSpPr>
          <p:cNvPr id="3" name="Tijdelijke aanduiding voor verticale tekst 2">
            <a:extLst>
              <a:ext uri="{FF2B5EF4-FFF2-40B4-BE49-F238E27FC236}">
                <a16:creationId xmlns:a16="http://schemas.microsoft.com/office/drawing/2014/main" id="{65E4641C-7788-1722-9F5F-868FC868317B}"/>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NL"/>
          </a:p>
        </p:txBody>
      </p:sp>
      <p:sp>
        <p:nvSpPr>
          <p:cNvPr id="4" name="Tijdelijke aanduiding voor datum 3">
            <a:extLst>
              <a:ext uri="{FF2B5EF4-FFF2-40B4-BE49-F238E27FC236}">
                <a16:creationId xmlns:a16="http://schemas.microsoft.com/office/drawing/2014/main" id="{2ECC4461-1D8E-2089-D357-480173B18F94}"/>
              </a:ext>
            </a:extLst>
          </p:cNvPr>
          <p:cNvSpPr>
            <a:spLocks noGrp="1"/>
          </p:cNvSpPr>
          <p:nvPr>
            <p:ph type="dt" sz="half" idx="10"/>
          </p:nvPr>
        </p:nvSpPr>
        <p:spPr/>
        <p:txBody>
          <a:bodyPr/>
          <a:lstStyle/>
          <a:p>
            <a:fld id="{E3FCAA15-5AE0-4D01-8EB4-8D57B77ECFCB}" type="datetime1">
              <a:rPr lang="nl-NL" smtClean="0"/>
              <a:t>21-9-2026</a:t>
            </a:fld>
            <a:endParaRPr lang="nl-NL"/>
          </a:p>
        </p:txBody>
      </p:sp>
      <p:sp>
        <p:nvSpPr>
          <p:cNvPr id="5" name="Tijdelijke aanduiding voor voettekst 4">
            <a:extLst>
              <a:ext uri="{FF2B5EF4-FFF2-40B4-BE49-F238E27FC236}">
                <a16:creationId xmlns:a16="http://schemas.microsoft.com/office/drawing/2014/main" id="{40145C2B-1AE4-8392-CADF-C5ADC3D83426}"/>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1F5AB47E-C985-D264-6E06-E113BC866066}"/>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18268167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DC531BD3-0A36-7599-96AE-49CD335C1E8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nl-NL"/>
          </a:p>
        </p:txBody>
      </p:sp>
      <p:sp>
        <p:nvSpPr>
          <p:cNvPr id="3" name="Tijdelijke aanduiding voor verticale tekst 2">
            <a:extLst>
              <a:ext uri="{FF2B5EF4-FFF2-40B4-BE49-F238E27FC236}">
                <a16:creationId xmlns:a16="http://schemas.microsoft.com/office/drawing/2014/main" id="{9BD49030-C979-2726-8591-F82184E74DD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nl-NL"/>
          </a:p>
        </p:txBody>
      </p:sp>
      <p:sp>
        <p:nvSpPr>
          <p:cNvPr id="4" name="Tijdelijke aanduiding voor datum 3">
            <a:extLst>
              <a:ext uri="{FF2B5EF4-FFF2-40B4-BE49-F238E27FC236}">
                <a16:creationId xmlns:a16="http://schemas.microsoft.com/office/drawing/2014/main" id="{9E1CBD33-656D-A0BA-E590-953BBADAFBCD}"/>
              </a:ext>
            </a:extLst>
          </p:cNvPr>
          <p:cNvSpPr>
            <a:spLocks noGrp="1"/>
          </p:cNvSpPr>
          <p:nvPr>
            <p:ph type="dt" sz="half" idx="10"/>
          </p:nvPr>
        </p:nvSpPr>
        <p:spPr/>
        <p:txBody>
          <a:bodyPr/>
          <a:lstStyle/>
          <a:p>
            <a:fld id="{D61ED62C-B5BF-49A0-BAC1-7C24E837FE7F}" type="datetime1">
              <a:rPr lang="nl-NL" smtClean="0"/>
              <a:t>21-9-2026</a:t>
            </a:fld>
            <a:endParaRPr lang="nl-NL"/>
          </a:p>
        </p:txBody>
      </p:sp>
      <p:sp>
        <p:nvSpPr>
          <p:cNvPr id="5" name="Tijdelijke aanduiding voor voettekst 4">
            <a:extLst>
              <a:ext uri="{FF2B5EF4-FFF2-40B4-BE49-F238E27FC236}">
                <a16:creationId xmlns:a16="http://schemas.microsoft.com/office/drawing/2014/main" id="{7989E1E7-F9C1-4D10-A35C-CF89852E1B57}"/>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BFB9017D-601E-2754-D7DF-4CD56E5D890A}"/>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8817315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77A59F-52C5-92CA-2D7A-A4C733081158}"/>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F8956CB6-E2CE-A663-35DC-2AFB2C52F6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18AF7571-49EA-3B91-2367-662CE698CD23}"/>
              </a:ext>
            </a:extLst>
          </p:cNvPr>
          <p:cNvSpPr>
            <a:spLocks noGrp="1"/>
          </p:cNvSpPr>
          <p:nvPr>
            <p:ph type="dt" sz="half" idx="10"/>
          </p:nvPr>
        </p:nvSpPr>
        <p:spPr/>
        <p:txBody>
          <a:bodyPr/>
          <a:lstStyle/>
          <a:p>
            <a:fld id="{928AFD1B-EBD8-4D1E-AEFA-CE560942414A}" type="datetime1">
              <a:rPr lang="nl-NL" smtClean="0"/>
              <a:t>21-9-2026</a:t>
            </a:fld>
            <a:endParaRPr lang="nl-NL"/>
          </a:p>
        </p:txBody>
      </p:sp>
      <p:sp>
        <p:nvSpPr>
          <p:cNvPr id="5" name="Tijdelijke aanduiding voor voettekst 4">
            <a:extLst>
              <a:ext uri="{FF2B5EF4-FFF2-40B4-BE49-F238E27FC236}">
                <a16:creationId xmlns:a16="http://schemas.microsoft.com/office/drawing/2014/main" id="{58CDA4C3-B8D7-F3A9-8127-CE040382D8A7}"/>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3D151D9E-581E-7B8C-0120-168C9CA5C388}"/>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20422141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78C858E-A336-23FB-CB51-0A1AF6F0F395}"/>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E5514954-9DF5-0F40-FD6A-1AFD6712AFA1}"/>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DFBC259F-A42C-96F8-339A-8ACCD124F432}"/>
              </a:ext>
            </a:extLst>
          </p:cNvPr>
          <p:cNvSpPr>
            <a:spLocks noGrp="1"/>
          </p:cNvSpPr>
          <p:nvPr>
            <p:ph type="dt" sz="half" idx="10"/>
          </p:nvPr>
        </p:nvSpPr>
        <p:spPr/>
        <p:txBody>
          <a:bodyPr/>
          <a:lstStyle/>
          <a:p>
            <a:fld id="{84760BC0-F321-4F02-B949-8BEC0EF1283E}" type="datetime1">
              <a:rPr lang="nl-NL" smtClean="0"/>
              <a:t>21-9-2026</a:t>
            </a:fld>
            <a:endParaRPr lang="nl-NL"/>
          </a:p>
        </p:txBody>
      </p:sp>
      <p:sp>
        <p:nvSpPr>
          <p:cNvPr id="5" name="Tijdelijke aanduiding voor voettekst 4">
            <a:extLst>
              <a:ext uri="{FF2B5EF4-FFF2-40B4-BE49-F238E27FC236}">
                <a16:creationId xmlns:a16="http://schemas.microsoft.com/office/drawing/2014/main" id="{05795C1C-F9CB-5A01-DDAE-1DDB1A75E212}"/>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8EB39B60-2BDA-F568-09CA-9F03460983D2}"/>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667728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B6BBFE8-EE19-CEFE-D7E9-EFCA7978B112}"/>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3210A166-9FAD-41E1-003E-52E151BF9FC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312A8DE4-5E73-81F3-51C1-141ADF52989B}"/>
              </a:ext>
            </a:extLst>
          </p:cNvPr>
          <p:cNvSpPr>
            <a:spLocks noGrp="1"/>
          </p:cNvSpPr>
          <p:nvPr>
            <p:ph type="dt" sz="half" idx="10"/>
          </p:nvPr>
        </p:nvSpPr>
        <p:spPr/>
        <p:txBody>
          <a:bodyPr/>
          <a:lstStyle/>
          <a:p>
            <a:fld id="{415CFC3A-A0EA-4F4A-B643-5233A120D15A}" type="datetime1">
              <a:rPr lang="nl-NL" smtClean="0"/>
              <a:t>21-9-2026</a:t>
            </a:fld>
            <a:endParaRPr lang="nl-NL"/>
          </a:p>
        </p:txBody>
      </p:sp>
      <p:sp>
        <p:nvSpPr>
          <p:cNvPr id="5" name="Tijdelijke aanduiding voor voettekst 4">
            <a:extLst>
              <a:ext uri="{FF2B5EF4-FFF2-40B4-BE49-F238E27FC236}">
                <a16:creationId xmlns:a16="http://schemas.microsoft.com/office/drawing/2014/main" id="{0553540F-133D-707F-ECE0-1D56D5C40728}"/>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07B138EC-A044-3522-8F06-5CCA8572BB03}"/>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40040368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BFEA6D6-2B43-B2EA-A79C-A39ED633674C}"/>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E63846C9-5C6A-889D-163C-88F4F8FCC614}"/>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0C64FDB2-7D17-EA0C-0871-42F7BD239C85}"/>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25DADB0B-B902-E9CB-E40A-79D75D7A990B}"/>
              </a:ext>
            </a:extLst>
          </p:cNvPr>
          <p:cNvSpPr>
            <a:spLocks noGrp="1"/>
          </p:cNvSpPr>
          <p:nvPr>
            <p:ph type="dt" sz="half" idx="10"/>
          </p:nvPr>
        </p:nvSpPr>
        <p:spPr/>
        <p:txBody>
          <a:bodyPr/>
          <a:lstStyle/>
          <a:p>
            <a:fld id="{6A3BB58B-0EBF-4963-9F71-DAD491952D72}" type="datetime1">
              <a:rPr lang="nl-NL" smtClean="0"/>
              <a:t>21-9-2026</a:t>
            </a:fld>
            <a:endParaRPr lang="nl-NL"/>
          </a:p>
        </p:txBody>
      </p:sp>
      <p:sp>
        <p:nvSpPr>
          <p:cNvPr id="6" name="Tijdelijke aanduiding voor voettekst 5">
            <a:extLst>
              <a:ext uri="{FF2B5EF4-FFF2-40B4-BE49-F238E27FC236}">
                <a16:creationId xmlns:a16="http://schemas.microsoft.com/office/drawing/2014/main" id="{74AE2A42-6C87-BF25-F1B7-98A43009DB41}"/>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405B4014-E19A-95F0-1139-860165149E10}"/>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35586271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FECE156-35F7-C4D3-331B-53932722543B}"/>
              </a:ext>
            </a:extLst>
          </p:cNvPr>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E30C58FB-50BE-7A8F-2B99-2B76733D36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E63009AE-DDF7-14A3-BE28-10219473F900}"/>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B29266A7-1BC5-555C-3230-FFCCF7FB0B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44EE9D0A-83A1-0C62-FC4F-5A28F15C08DD}"/>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4D60FC86-8000-DC41-7635-28410E1D4E8F}"/>
              </a:ext>
            </a:extLst>
          </p:cNvPr>
          <p:cNvSpPr>
            <a:spLocks noGrp="1"/>
          </p:cNvSpPr>
          <p:nvPr>
            <p:ph type="dt" sz="half" idx="10"/>
          </p:nvPr>
        </p:nvSpPr>
        <p:spPr/>
        <p:txBody>
          <a:bodyPr/>
          <a:lstStyle/>
          <a:p>
            <a:fld id="{59A3137A-5766-43E8-8791-8FD1E82E8B64}" type="datetime1">
              <a:rPr lang="nl-NL" smtClean="0"/>
              <a:t>21-9-2026</a:t>
            </a:fld>
            <a:endParaRPr lang="nl-NL"/>
          </a:p>
        </p:txBody>
      </p:sp>
      <p:sp>
        <p:nvSpPr>
          <p:cNvPr id="8" name="Tijdelijke aanduiding voor voettekst 7">
            <a:extLst>
              <a:ext uri="{FF2B5EF4-FFF2-40B4-BE49-F238E27FC236}">
                <a16:creationId xmlns:a16="http://schemas.microsoft.com/office/drawing/2014/main" id="{A4F07FD3-2678-2F04-CE0E-7A1C3BDB5F03}"/>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9FB1A94E-6C9F-4034-FC2B-050503676F4C}"/>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8501187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DEE528-572E-8719-B642-3CC08FD34EDC}"/>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40147669-3598-53C4-7128-98271AEE8888}"/>
              </a:ext>
            </a:extLst>
          </p:cNvPr>
          <p:cNvSpPr>
            <a:spLocks noGrp="1"/>
          </p:cNvSpPr>
          <p:nvPr>
            <p:ph type="dt" sz="half" idx="10"/>
          </p:nvPr>
        </p:nvSpPr>
        <p:spPr/>
        <p:txBody>
          <a:bodyPr/>
          <a:lstStyle/>
          <a:p>
            <a:fld id="{3EC7D287-D6A8-4811-89CC-001524EF45E8}" type="datetime1">
              <a:rPr lang="nl-NL" smtClean="0"/>
              <a:t>21-9-2026</a:t>
            </a:fld>
            <a:endParaRPr lang="nl-NL"/>
          </a:p>
        </p:txBody>
      </p:sp>
      <p:sp>
        <p:nvSpPr>
          <p:cNvPr id="4" name="Tijdelijke aanduiding voor voettekst 3">
            <a:extLst>
              <a:ext uri="{FF2B5EF4-FFF2-40B4-BE49-F238E27FC236}">
                <a16:creationId xmlns:a16="http://schemas.microsoft.com/office/drawing/2014/main" id="{EEFE65E6-BB8A-C010-9CFB-D815A3E334CF}"/>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FD8D7AD2-1E46-14F3-9DB9-F8BDE84A9525}"/>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17633717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9B65AACB-D7E7-F981-5B36-C8788A6D3457}"/>
              </a:ext>
            </a:extLst>
          </p:cNvPr>
          <p:cNvSpPr>
            <a:spLocks noGrp="1"/>
          </p:cNvSpPr>
          <p:nvPr>
            <p:ph type="dt" sz="half" idx="10"/>
          </p:nvPr>
        </p:nvSpPr>
        <p:spPr/>
        <p:txBody>
          <a:bodyPr/>
          <a:lstStyle/>
          <a:p>
            <a:fld id="{0DF825B2-786F-43F6-8416-586AF429DE63}" type="datetime1">
              <a:rPr lang="nl-NL" smtClean="0"/>
              <a:t>21-9-2026</a:t>
            </a:fld>
            <a:endParaRPr lang="nl-NL"/>
          </a:p>
        </p:txBody>
      </p:sp>
      <p:sp>
        <p:nvSpPr>
          <p:cNvPr id="3" name="Tijdelijke aanduiding voor voettekst 2">
            <a:extLst>
              <a:ext uri="{FF2B5EF4-FFF2-40B4-BE49-F238E27FC236}">
                <a16:creationId xmlns:a16="http://schemas.microsoft.com/office/drawing/2014/main" id="{BAB2D8D3-1B76-D4A6-02A6-42A1F1CB82E1}"/>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E3C6ECAE-129C-67E5-08EB-675960E7E223}"/>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34449738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D9B4845-4FB2-229A-BE87-11EBB16A3344}"/>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459C2F5A-30FE-7502-DD16-D520EB351C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7964BCDE-5ECA-C037-6525-0A8059F875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3B0BBCB2-F6A8-42EE-C525-82B7C6325F62}"/>
              </a:ext>
            </a:extLst>
          </p:cNvPr>
          <p:cNvSpPr>
            <a:spLocks noGrp="1"/>
          </p:cNvSpPr>
          <p:nvPr>
            <p:ph type="dt" sz="half" idx="10"/>
          </p:nvPr>
        </p:nvSpPr>
        <p:spPr/>
        <p:txBody>
          <a:bodyPr/>
          <a:lstStyle/>
          <a:p>
            <a:fld id="{F17E91C3-8220-49DB-BEF5-CDFE67A2FA6C}" type="datetime1">
              <a:rPr lang="nl-NL" smtClean="0"/>
              <a:t>21-9-2026</a:t>
            </a:fld>
            <a:endParaRPr lang="nl-NL"/>
          </a:p>
        </p:txBody>
      </p:sp>
      <p:sp>
        <p:nvSpPr>
          <p:cNvPr id="6" name="Tijdelijke aanduiding voor voettekst 5">
            <a:extLst>
              <a:ext uri="{FF2B5EF4-FFF2-40B4-BE49-F238E27FC236}">
                <a16:creationId xmlns:a16="http://schemas.microsoft.com/office/drawing/2014/main" id="{7C0FCCA9-118D-7649-8978-656D2A546FFB}"/>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7F45965B-DA56-AE8B-43BB-0932834BF61F}"/>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8857253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2DC985-3433-5D46-1276-0753A22EE904}"/>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FF339BA0-DF6F-AE2A-2FF5-C208E444E3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a:extLst>
              <a:ext uri="{FF2B5EF4-FFF2-40B4-BE49-F238E27FC236}">
                <a16:creationId xmlns:a16="http://schemas.microsoft.com/office/drawing/2014/main" id="{EEEE55B0-64F1-2426-9859-340B2717E5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CF787EE0-D9B4-DFC0-F137-86064B4CAEA6}"/>
              </a:ext>
            </a:extLst>
          </p:cNvPr>
          <p:cNvSpPr>
            <a:spLocks noGrp="1"/>
          </p:cNvSpPr>
          <p:nvPr>
            <p:ph type="dt" sz="half" idx="10"/>
          </p:nvPr>
        </p:nvSpPr>
        <p:spPr/>
        <p:txBody>
          <a:bodyPr/>
          <a:lstStyle/>
          <a:p>
            <a:fld id="{9300E7B7-2299-4B78-AF17-D116BB96FE5C}" type="datetime1">
              <a:rPr lang="nl-NL" smtClean="0"/>
              <a:t>21-9-2026</a:t>
            </a:fld>
            <a:endParaRPr lang="nl-NL"/>
          </a:p>
        </p:txBody>
      </p:sp>
      <p:sp>
        <p:nvSpPr>
          <p:cNvPr id="6" name="Tijdelijke aanduiding voor voettekst 5">
            <a:extLst>
              <a:ext uri="{FF2B5EF4-FFF2-40B4-BE49-F238E27FC236}">
                <a16:creationId xmlns:a16="http://schemas.microsoft.com/office/drawing/2014/main" id="{CD3FEEBA-65B6-D7EA-3066-8663B96EE5EF}"/>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907C7861-1655-CE15-0685-9BAA3975FD51}"/>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5099396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Afbeelding met bijschrift">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CF787EE0-D9B4-DFC0-F137-86064B4CAEA6}"/>
              </a:ext>
            </a:extLst>
          </p:cNvPr>
          <p:cNvSpPr>
            <a:spLocks noGrp="1"/>
          </p:cNvSpPr>
          <p:nvPr>
            <p:ph type="dt" sz="half" idx="10"/>
          </p:nvPr>
        </p:nvSpPr>
        <p:spPr/>
        <p:txBody>
          <a:bodyPr/>
          <a:lstStyle/>
          <a:p>
            <a:fld id="{0D737B1A-3329-4172-86EE-2AEE22AEEE93}" type="datetime1">
              <a:rPr lang="nl-NL" smtClean="0"/>
              <a:t>21-9-2026</a:t>
            </a:fld>
            <a:endParaRPr lang="nl-NL"/>
          </a:p>
        </p:txBody>
      </p:sp>
      <p:sp>
        <p:nvSpPr>
          <p:cNvPr id="6" name="Tijdelijke aanduiding voor voettekst 5">
            <a:extLst>
              <a:ext uri="{FF2B5EF4-FFF2-40B4-BE49-F238E27FC236}">
                <a16:creationId xmlns:a16="http://schemas.microsoft.com/office/drawing/2014/main" id="{CD3FEEBA-65B6-D7EA-3066-8663B96EE5EF}"/>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907C7861-1655-CE15-0685-9BAA3975FD51}"/>
              </a:ext>
            </a:extLst>
          </p:cNvPr>
          <p:cNvSpPr>
            <a:spLocks noGrp="1"/>
          </p:cNvSpPr>
          <p:nvPr>
            <p:ph type="sldNum" sz="quarter" idx="12"/>
          </p:nvPr>
        </p:nvSpPr>
        <p:spPr/>
        <p:txBody>
          <a:bodyPr/>
          <a:lstStyle/>
          <a:p>
            <a:fld id="{CE693AF7-A2D4-1445-9772-D985A1DA188C}" type="slidenum">
              <a:rPr lang="nl-NL" smtClean="0"/>
              <a:t>‹#›</a:t>
            </a:fld>
            <a:endParaRPr lang="nl-NL"/>
          </a:p>
        </p:txBody>
      </p:sp>
      <p:sp>
        <p:nvSpPr>
          <p:cNvPr id="8" name="Rechthoek 7">
            <a:extLst>
              <a:ext uri="{FF2B5EF4-FFF2-40B4-BE49-F238E27FC236}">
                <a16:creationId xmlns:a16="http://schemas.microsoft.com/office/drawing/2014/main" id="{CD44040E-9BA6-B6D0-08DB-246EC646185F}"/>
              </a:ext>
            </a:extLst>
          </p:cNvPr>
          <p:cNvSpPr/>
          <p:nvPr userDrawn="1"/>
        </p:nvSpPr>
        <p:spPr>
          <a:xfrm>
            <a:off x="9515061" y="5698435"/>
            <a:ext cx="1987826" cy="530087"/>
          </a:xfrm>
          <a:prstGeom prst="rect">
            <a:avLst/>
          </a:prstGeom>
          <a:solidFill>
            <a:srgbClr val="EEF7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Titel 1">
            <a:extLst>
              <a:ext uri="{FF2B5EF4-FFF2-40B4-BE49-F238E27FC236}">
                <a16:creationId xmlns:a16="http://schemas.microsoft.com/office/drawing/2014/main" id="{788A15E5-8213-81D1-2BB4-57175DF3286D}"/>
              </a:ext>
            </a:extLst>
          </p:cNvPr>
          <p:cNvSpPr>
            <a:spLocks noGrp="1"/>
          </p:cNvSpPr>
          <p:nvPr>
            <p:ph type="title"/>
          </p:nvPr>
        </p:nvSpPr>
        <p:spPr>
          <a:xfrm>
            <a:off x="605118" y="548999"/>
            <a:ext cx="5907740" cy="1362489"/>
          </a:xfrm>
        </p:spPr>
        <p:txBody>
          <a:bodyPr/>
          <a:lstStyle/>
          <a:p>
            <a:endParaRPr lang="nl-NL" dirty="0"/>
          </a:p>
        </p:txBody>
      </p:sp>
      <p:sp>
        <p:nvSpPr>
          <p:cNvPr id="10" name="Tijdelijke aanduiding voor inhoud 2">
            <a:extLst>
              <a:ext uri="{FF2B5EF4-FFF2-40B4-BE49-F238E27FC236}">
                <a16:creationId xmlns:a16="http://schemas.microsoft.com/office/drawing/2014/main" id="{69F5372E-90A7-CB95-7341-26BA3E997CEC}"/>
              </a:ext>
            </a:extLst>
          </p:cNvPr>
          <p:cNvSpPr>
            <a:spLocks noGrp="1"/>
          </p:cNvSpPr>
          <p:nvPr>
            <p:ph sz="half" idx="13"/>
          </p:nvPr>
        </p:nvSpPr>
        <p:spPr>
          <a:xfrm>
            <a:off x="605118" y="2173357"/>
            <a:ext cx="5907739" cy="4135644"/>
          </a:xfrm>
        </p:spPr>
        <p:txBody>
          <a:bodyPr/>
          <a:lstStyle/>
          <a:p>
            <a:endParaRPr lang="nl-NL" dirty="0"/>
          </a:p>
        </p:txBody>
      </p:sp>
      <p:sp>
        <p:nvSpPr>
          <p:cNvPr id="11" name="Tijdelijke aanduiding voor afbeelding 3">
            <a:extLst>
              <a:ext uri="{FF2B5EF4-FFF2-40B4-BE49-F238E27FC236}">
                <a16:creationId xmlns:a16="http://schemas.microsoft.com/office/drawing/2014/main" id="{502001AE-91BF-C704-21F2-BE6201C67096}"/>
              </a:ext>
            </a:extLst>
          </p:cNvPr>
          <p:cNvSpPr>
            <a:spLocks noGrp="1" noChangeAspect="1"/>
          </p:cNvSpPr>
          <p:nvPr>
            <p:ph type="pic" idx="1"/>
          </p:nvPr>
        </p:nvSpPr>
        <p:spPr>
          <a:xfrm>
            <a:off x="6954754" y="549000"/>
            <a:ext cx="4647823" cy="5760000"/>
          </a:xfrm>
        </p:spPr>
        <p:txBody>
          <a:bodyPr/>
          <a:lstStyle/>
          <a:p>
            <a:endParaRPr lang="nl-NL" dirty="0"/>
          </a:p>
        </p:txBody>
      </p:sp>
    </p:spTree>
    <p:extLst>
      <p:ext uri="{BB962C8B-B14F-4D97-AF65-F5344CB8AC3E}">
        <p14:creationId xmlns:p14="http://schemas.microsoft.com/office/powerpoint/2010/main" val="8868129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FD11E92-240E-CD92-0A11-BECB7AF02406}"/>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65E4641C-7788-1722-9F5F-868FC868317B}"/>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2ECC4461-1D8E-2089-D357-480173B18F94}"/>
              </a:ext>
            </a:extLst>
          </p:cNvPr>
          <p:cNvSpPr>
            <a:spLocks noGrp="1"/>
          </p:cNvSpPr>
          <p:nvPr>
            <p:ph type="dt" sz="half" idx="10"/>
          </p:nvPr>
        </p:nvSpPr>
        <p:spPr/>
        <p:txBody>
          <a:bodyPr/>
          <a:lstStyle/>
          <a:p>
            <a:fld id="{2A121A75-FC87-4A4F-BFAA-80AC3E95A8F5}" type="datetime1">
              <a:rPr lang="nl-NL" smtClean="0"/>
              <a:t>21-9-2026</a:t>
            </a:fld>
            <a:endParaRPr lang="nl-NL"/>
          </a:p>
        </p:txBody>
      </p:sp>
      <p:sp>
        <p:nvSpPr>
          <p:cNvPr id="5" name="Tijdelijke aanduiding voor voettekst 4">
            <a:extLst>
              <a:ext uri="{FF2B5EF4-FFF2-40B4-BE49-F238E27FC236}">
                <a16:creationId xmlns:a16="http://schemas.microsoft.com/office/drawing/2014/main" id="{40145C2B-1AE4-8392-CADF-C5ADC3D83426}"/>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1F5AB47E-C985-D264-6E06-E113BC866066}"/>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68596181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DC531BD3-0A36-7599-96AE-49CD335C1E82}"/>
              </a:ext>
            </a:extLst>
          </p:cNvPr>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9BD49030-C979-2726-8591-F82184E74DD8}"/>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9E1CBD33-656D-A0BA-E590-953BBADAFBCD}"/>
              </a:ext>
            </a:extLst>
          </p:cNvPr>
          <p:cNvSpPr>
            <a:spLocks noGrp="1"/>
          </p:cNvSpPr>
          <p:nvPr>
            <p:ph type="dt" sz="half" idx="10"/>
          </p:nvPr>
        </p:nvSpPr>
        <p:spPr/>
        <p:txBody>
          <a:bodyPr/>
          <a:lstStyle/>
          <a:p>
            <a:fld id="{5AD72ADD-B0A6-4D51-997F-244472B5D049}" type="datetime1">
              <a:rPr lang="nl-NL" smtClean="0"/>
              <a:t>21-9-2026</a:t>
            </a:fld>
            <a:endParaRPr lang="nl-NL"/>
          </a:p>
        </p:txBody>
      </p:sp>
      <p:sp>
        <p:nvSpPr>
          <p:cNvPr id="5" name="Tijdelijke aanduiding voor voettekst 4">
            <a:extLst>
              <a:ext uri="{FF2B5EF4-FFF2-40B4-BE49-F238E27FC236}">
                <a16:creationId xmlns:a16="http://schemas.microsoft.com/office/drawing/2014/main" id="{7989E1E7-F9C1-4D10-A35C-CF89852E1B57}"/>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BFB9017D-601E-2754-D7DF-4CD56E5D890A}"/>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33622725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77A59F-52C5-92CA-2D7A-A4C733081158}"/>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F8956CB6-E2CE-A663-35DC-2AFB2C52F6A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18AF7571-49EA-3B91-2367-662CE698CD23}"/>
              </a:ext>
            </a:extLst>
          </p:cNvPr>
          <p:cNvSpPr>
            <a:spLocks noGrp="1"/>
          </p:cNvSpPr>
          <p:nvPr>
            <p:ph type="dt" sz="half" idx="10"/>
          </p:nvPr>
        </p:nvSpPr>
        <p:spPr/>
        <p:txBody>
          <a:bodyPr/>
          <a:lstStyle/>
          <a:p>
            <a:fld id="{F4BB914E-E0B1-49FA-91FF-987A7A09B1D8}" type="datetime1">
              <a:rPr lang="nl-NL" smtClean="0"/>
              <a:t>21-9-2026</a:t>
            </a:fld>
            <a:endParaRPr lang="nl-NL"/>
          </a:p>
        </p:txBody>
      </p:sp>
      <p:sp>
        <p:nvSpPr>
          <p:cNvPr id="5" name="Tijdelijke aanduiding voor voettekst 4">
            <a:extLst>
              <a:ext uri="{FF2B5EF4-FFF2-40B4-BE49-F238E27FC236}">
                <a16:creationId xmlns:a16="http://schemas.microsoft.com/office/drawing/2014/main" id="{58CDA4C3-B8D7-F3A9-8127-CE040382D8A7}"/>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3D151D9E-581E-7B8C-0120-168C9CA5C388}"/>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421585627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78C858E-A336-23FB-CB51-0A1AF6F0F395}"/>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E5514954-9DF5-0F40-FD6A-1AFD6712AFA1}"/>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DFBC259F-A42C-96F8-339A-8ACCD124F432}"/>
              </a:ext>
            </a:extLst>
          </p:cNvPr>
          <p:cNvSpPr>
            <a:spLocks noGrp="1"/>
          </p:cNvSpPr>
          <p:nvPr>
            <p:ph type="dt" sz="half" idx="10"/>
          </p:nvPr>
        </p:nvSpPr>
        <p:spPr/>
        <p:txBody>
          <a:bodyPr/>
          <a:lstStyle/>
          <a:p>
            <a:fld id="{E25A3EF2-516F-4239-AE2E-37BA87AF8C5E}" type="datetime1">
              <a:rPr lang="nl-NL" smtClean="0"/>
              <a:t>21-9-2026</a:t>
            </a:fld>
            <a:endParaRPr lang="nl-NL"/>
          </a:p>
        </p:txBody>
      </p:sp>
      <p:sp>
        <p:nvSpPr>
          <p:cNvPr id="5" name="Tijdelijke aanduiding voor voettekst 4">
            <a:extLst>
              <a:ext uri="{FF2B5EF4-FFF2-40B4-BE49-F238E27FC236}">
                <a16:creationId xmlns:a16="http://schemas.microsoft.com/office/drawing/2014/main" id="{05795C1C-F9CB-5A01-DDAE-1DDB1A75E212}"/>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8EB39B60-2BDA-F568-09CA-9F03460983D2}"/>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14406475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B6BBFE8-EE19-CEFE-D7E9-EFCA7978B112}"/>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3210A166-9FAD-41E1-003E-52E151BF9FC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312A8DE4-5E73-81F3-51C1-141ADF52989B}"/>
              </a:ext>
            </a:extLst>
          </p:cNvPr>
          <p:cNvSpPr>
            <a:spLocks noGrp="1"/>
          </p:cNvSpPr>
          <p:nvPr>
            <p:ph type="dt" sz="half" idx="10"/>
          </p:nvPr>
        </p:nvSpPr>
        <p:spPr/>
        <p:txBody>
          <a:bodyPr/>
          <a:lstStyle/>
          <a:p>
            <a:fld id="{B2EA0E2B-39D5-41B4-B636-5E3C72CF9A90}" type="datetime1">
              <a:rPr lang="nl-NL" smtClean="0"/>
              <a:t>21-9-2026</a:t>
            </a:fld>
            <a:endParaRPr lang="nl-NL"/>
          </a:p>
        </p:txBody>
      </p:sp>
      <p:sp>
        <p:nvSpPr>
          <p:cNvPr id="5" name="Tijdelijke aanduiding voor voettekst 4">
            <a:extLst>
              <a:ext uri="{FF2B5EF4-FFF2-40B4-BE49-F238E27FC236}">
                <a16:creationId xmlns:a16="http://schemas.microsoft.com/office/drawing/2014/main" id="{0553540F-133D-707F-ECE0-1D56D5C40728}"/>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07B138EC-A044-3522-8F06-5CCA8572BB03}"/>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283562783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BFEA6D6-2B43-B2EA-A79C-A39ED633674C}"/>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E63846C9-5C6A-889D-163C-88F4F8FCC614}"/>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0C64FDB2-7D17-EA0C-0871-42F7BD239C85}"/>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25DADB0B-B902-E9CB-E40A-79D75D7A990B}"/>
              </a:ext>
            </a:extLst>
          </p:cNvPr>
          <p:cNvSpPr>
            <a:spLocks noGrp="1"/>
          </p:cNvSpPr>
          <p:nvPr>
            <p:ph type="dt" sz="half" idx="10"/>
          </p:nvPr>
        </p:nvSpPr>
        <p:spPr/>
        <p:txBody>
          <a:bodyPr/>
          <a:lstStyle/>
          <a:p>
            <a:fld id="{D8C0C47C-CD02-44EB-A19D-712346EC704A}" type="datetime1">
              <a:rPr lang="nl-NL" smtClean="0"/>
              <a:t>21-9-2026</a:t>
            </a:fld>
            <a:endParaRPr lang="nl-NL"/>
          </a:p>
        </p:txBody>
      </p:sp>
      <p:sp>
        <p:nvSpPr>
          <p:cNvPr id="6" name="Tijdelijke aanduiding voor voettekst 5">
            <a:extLst>
              <a:ext uri="{FF2B5EF4-FFF2-40B4-BE49-F238E27FC236}">
                <a16:creationId xmlns:a16="http://schemas.microsoft.com/office/drawing/2014/main" id="{74AE2A42-6C87-BF25-F1B7-98A43009DB41}"/>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405B4014-E19A-95F0-1139-860165149E10}"/>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13672894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FECE156-35F7-C4D3-331B-53932722543B}"/>
              </a:ext>
            </a:extLst>
          </p:cNvPr>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E30C58FB-50BE-7A8F-2B99-2B76733D369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E63009AE-DDF7-14A3-BE28-10219473F900}"/>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B29266A7-1BC5-555C-3230-FFCCF7FB0B0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44EE9D0A-83A1-0C62-FC4F-5A28F15C08DD}"/>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4D60FC86-8000-DC41-7635-28410E1D4E8F}"/>
              </a:ext>
            </a:extLst>
          </p:cNvPr>
          <p:cNvSpPr>
            <a:spLocks noGrp="1"/>
          </p:cNvSpPr>
          <p:nvPr>
            <p:ph type="dt" sz="half" idx="10"/>
          </p:nvPr>
        </p:nvSpPr>
        <p:spPr/>
        <p:txBody>
          <a:bodyPr/>
          <a:lstStyle/>
          <a:p>
            <a:fld id="{C92CFDD2-7AF2-4499-A5C7-975C363FBA1B}" type="datetime1">
              <a:rPr lang="nl-NL" smtClean="0"/>
              <a:t>21-9-2026</a:t>
            </a:fld>
            <a:endParaRPr lang="nl-NL"/>
          </a:p>
        </p:txBody>
      </p:sp>
      <p:sp>
        <p:nvSpPr>
          <p:cNvPr id="8" name="Tijdelijke aanduiding voor voettekst 7">
            <a:extLst>
              <a:ext uri="{FF2B5EF4-FFF2-40B4-BE49-F238E27FC236}">
                <a16:creationId xmlns:a16="http://schemas.microsoft.com/office/drawing/2014/main" id="{A4F07FD3-2678-2F04-CE0E-7A1C3BDB5F03}"/>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9FB1A94E-6C9F-4034-FC2B-050503676F4C}"/>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18518233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DEE528-572E-8719-B642-3CC08FD34EDC}"/>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40147669-3598-53C4-7128-98271AEE8888}"/>
              </a:ext>
            </a:extLst>
          </p:cNvPr>
          <p:cNvSpPr>
            <a:spLocks noGrp="1"/>
          </p:cNvSpPr>
          <p:nvPr>
            <p:ph type="dt" sz="half" idx="10"/>
          </p:nvPr>
        </p:nvSpPr>
        <p:spPr/>
        <p:txBody>
          <a:bodyPr/>
          <a:lstStyle/>
          <a:p>
            <a:fld id="{6CA4B1E3-0EF8-4B70-87DA-CC83A39A6AB5}" type="datetime1">
              <a:rPr lang="nl-NL" smtClean="0"/>
              <a:t>21-9-2026</a:t>
            </a:fld>
            <a:endParaRPr lang="nl-NL"/>
          </a:p>
        </p:txBody>
      </p:sp>
      <p:sp>
        <p:nvSpPr>
          <p:cNvPr id="4" name="Tijdelijke aanduiding voor voettekst 3">
            <a:extLst>
              <a:ext uri="{FF2B5EF4-FFF2-40B4-BE49-F238E27FC236}">
                <a16:creationId xmlns:a16="http://schemas.microsoft.com/office/drawing/2014/main" id="{EEFE65E6-BB8A-C010-9CFB-D815A3E334CF}"/>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FD8D7AD2-1E46-14F3-9DB9-F8BDE84A9525}"/>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5739460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9B65AACB-D7E7-F981-5B36-C8788A6D3457}"/>
              </a:ext>
            </a:extLst>
          </p:cNvPr>
          <p:cNvSpPr>
            <a:spLocks noGrp="1"/>
          </p:cNvSpPr>
          <p:nvPr>
            <p:ph type="dt" sz="half" idx="10"/>
          </p:nvPr>
        </p:nvSpPr>
        <p:spPr/>
        <p:txBody>
          <a:bodyPr/>
          <a:lstStyle/>
          <a:p>
            <a:fld id="{89FA3522-5AEC-4F8B-9F6E-E5672C7140D5}" type="datetime1">
              <a:rPr lang="nl-NL" smtClean="0"/>
              <a:t>21-9-2026</a:t>
            </a:fld>
            <a:endParaRPr lang="nl-NL"/>
          </a:p>
        </p:txBody>
      </p:sp>
      <p:sp>
        <p:nvSpPr>
          <p:cNvPr id="3" name="Tijdelijke aanduiding voor voettekst 2">
            <a:extLst>
              <a:ext uri="{FF2B5EF4-FFF2-40B4-BE49-F238E27FC236}">
                <a16:creationId xmlns:a16="http://schemas.microsoft.com/office/drawing/2014/main" id="{BAB2D8D3-1B76-D4A6-02A6-42A1F1CB82E1}"/>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E3C6ECAE-129C-67E5-08EB-675960E7E223}"/>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173602108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D9B4845-4FB2-229A-BE87-11EBB16A3344}"/>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459C2F5A-30FE-7502-DD16-D520EB351C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7964BCDE-5ECA-C037-6525-0A8059F875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3B0BBCB2-F6A8-42EE-C525-82B7C6325F62}"/>
              </a:ext>
            </a:extLst>
          </p:cNvPr>
          <p:cNvSpPr>
            <a:spLocks noGrp="1"/>
          </p:cNvSpPr>
          <p:nvPr>
            <p:ph type="dt" sz="half" idx="10"/>
          </p:nvPr>
        </p:nvSpPr>
        <p:spPr/>
        <p:txBody>
          <a:bodyPr/>
          <a:lstStyle/>
          <a:p>
            <a:fld id="{E8AD3342-8C13-4967-BAF9-DE2AB9953529}" type="datetime1">
              <a:rPr lang="nl-NL" smtClean="0"/>
              <a:t>21-9-2026</a:t>
            </a:fld>
            <a:endParaRPr lang="nl-NL"/>
          </a:p>
        </p:txBody>
      </p:sp>
      <p:sp>
        <p:nvSpPr>
          <p:cNvPr id="6" name="Tijdelijke aanduiding voor voettekst 5">
            <a:extLst>
              <a:ext uri="{FF2B5EF4-FFF2-40B4-BE49-F238E27FC236}">
                <a16:creationId xmlns:a16="http://schemas.microsoft.com/office/drawing/2014/main" id="{7C0FCCA9-118D-7649-8978-656D2A546FFB}"/>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7F45965B-DA56-AE8B-43BB-0932834BF61F}"/>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82791035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2DC985-3433-5D46-1276-0753A22EE904}"/>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FF339BA0-DF6F-AE2A-2FF5-C208E444E3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a:extLst>
              <a:ext uri="{FF2B5EF4-FFF2-40B4-BE49-F238E27FC236}">
                <a16:creationId xmlns:a16="http://schemas.microsoft.com/office/drawing/2014/main" id="{EEEE55B0-64F1-2426-9859-340B2717E5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CF787EE0-D9B4-DFC0-F137-86064B4CAEA6}"/>
              </a:ext>
            </a:extLst>
          </p:cNvPr>
          <p:cNvSpPr>
            <a:spLocks noGrp="1"/>
          </p:cNvSpPr>
          <p:nvPr>
            <p:ph type="dt" sz="half" idx="10"/>
          </p:nvPr>
        </p:nvSpPr>
        <p:spPr/>
        <p:txBody>
          <a:bodyPr/>
          <a:lstStyle/>
          <a:p>
            <a:fld id="{712BC848-D48A-45F6-99BD-DFFC67B40A9E}" type="datetime1">
              <a:rPr lang="nl-NL" smtClean="0"/>
              <a:t>21-9-2026</a:t>
            </a:fld>
            <a:endParaRPr lang="nl-NL"/>
          </a:p>
        </p:txBody>
      </p:sp>
      <p:sp>
        <p:nvSpPr>
          <p:cNvPr id="6" name="Tijdelijke aanduiding voor voettekst 5">
            <a:extLst>
              <a:ext uri="{FF2B5EF4-FFF2-40B4-BE49-F238E27FC236}">
                <a16:creationId xmlns:a16="http://schemas.microsoft.com/office/drawing/2014/main" id="{CD3FEEBA-65B6-D7EA-3066-8663B96EE5EF}"/>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907C7861-1655-CE15-0685-9BAA3975FD51}"/>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35336504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Afbeelding met bijschrift">
    <p:spTree>
      <p:nvGrpSpPr>
        <p:cNvPr id="1" name=""/>
        <p:cNvGrpSpPr/>
        <p:nvPr/>
      </p:nvGrpSpPr>
      <p:grpSpPr>
        <a:xfrm>
          <a:off x="0" y="0"/>
          <a:ext cx="0" cy="0"/>
          <a:chOff x="0" y="0"/>
          <a:chExt cx="0" cy="0"/>
        </a:xfrm>
      </p:grpSpPr>
      <p:sp>
        <p:nvSpPr>
          <p:cNvPr id="5" name="Tijdelijke aanduiding voor datum 4">
            <a:extLst>
              <a:ext uri="{FF2B5EF4-FFF2-40B4-BE49-F238E27FC236}">
                <a16:creationId xmlns:a16="http://schemas.microsoft.com/office/drawing/2014/main" id="{CF787EE0-D9B4-DFC0-F137-86064B4CAEA6}"/>
              </a:ext>
            </a:extLst>
          </p:cNvPr>
          <p:cNvSpPr>
            <a:spLocks noGrp="1"/>
          </p:cNvSpPr>
          <p:nvPr>
            <p:ph type="dt" sz="half" idx="10"/>
          </p:nvPr>
        </p:nvSpPr>
        <p:spPr/>
        <p:txBody>
          <a:bodyPr/>
          <a:lstStyle/>
          <a:p>
            <a:fld id="{BC7588CA-E6C1-4BF9-A319-D84DE76C7B3A}" type="datetime1">
              <a:rPr lang="nl-NL" smtClean="0"/>
              <a:t>21-9-2026</a:t>
            </a:fld>
            <a:endParaRPr lang="nl-NL"/>
          </a:p>
        </p:txBody>
      </p:sp>
      <p:sp>
        <p:nvSpPr>
          <p:cNvPr id="6" name="Tijdelijke aanduiding voor voettekst 5">
            <a:extLst>
              <a:ext uri="{FF2B5EF4-FFF2-40B4-BE49-F238E27FC236}">
                <a16:creationId xmlns:a16="http://schemas.microsoft.com/office/drawing/2014/main" id="{CD3FEEBA-65B6-D7EA-3066-8663B96EE5EF}"/>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907C7861-1655-CE15-0685-9BAA3975FD51}"/>
              </a:ext>
            </a:extLst>
          </p:cNvPr>
          <p:cNvSpPr>
            <a:spLocks noGrp="1"/>
          </p:cNvSpPr>
          <p:nvPr>
            <p:ph type="sldNum" sz="quarter" idx="12"/>
          </p:nvPr>
        </p:nvSpPr>
        <p:spPr/>
        <p:txBody>
          <a:bodyPr/>
          <a:lstStyle/>
          <a:p>
            <a:fld id="{CE693AF7-A2D4-1445-9772-D985A1DA188C}" type="slidenum">
              <a:rPr lang="nl-NL" smtClean="0"/>
              <a:t>‹#›</a:t>
            </a:fld>
            <a:endParaRPr lang="nl-NL"/>
          </a:p>
        </p:txBody>
      </p:sp>
      <p:sp>
        <p:nvSpPr>
          <p:cNvPr id="8" name="Rechthoek 7">
            <a:extLst>
              <a:ext uri="{FF2B5EF4-FFF2-40B4-BE49-F238E27FC236}">
                <a16:creationId xmlns:a16="http://schemas.microsoft.com/office/drawing/2014/main" id="{F5780AFE-AF56-550B-6EEB-ACA42528951D}"/>
              </a:ext>
            </a:extLst>
          </p:cNvPr>
          <p:cNvSpPr/>
          <p:nvPr userDrawn="1"/>
        </p:nvSpPr>
        <p:spPr>
          <a:xfrm>
            <a:off x="9395791" y="5711687"/>
            <a:ext cx="2107096" cy="644663"/>
          </a:xfrm>
          <a:prstGeom prst="rect">
            <a:avLst/>
          </a:prstGeom>
          <a:solidFill>
            <a:srgbClr val="FFF2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Titel 1">
            <a:extLst>
              <a:ext uri="{FF2B5EF4-FFF2-40B4-BE49-F238E27FC236}">
                <a16:creationId xmlns:a16="http://schemas.microsoft.com/office/drawing/2014/main" id="{DDD74477-3686-4EE0-0B35-BC2CFAC41C01}"/>
              </a:ext>
            </a:extLst>
          </p:cNvPr>
          <p:cNvSpPr>
            <a:spLocks noGrp="1"/>
          </p:cNvSpPr>
          <p:nvPr>
            <p:ph type="title"/>
          </p:nvPr>
        </p:nvSpPr>
        <p:spPr>
          <a:xfrm>
            <a:off x="605118" y="548999"/>
            <a:ext cx="5907740" cy="1362489"/>
          </a:xfrm>
        </p:spPr>
        <p:txBody>
          <a:bodyPr/>
          <a:lstStyle/>
          <a:p>
            <a:endParaRPr lang="nl-NL" dirty="0"/>
          </a:p>
        </p:txBody>
      </p:sp>
      <p:sp>
        <p:nvSpPr>
          <p:cNvPr id="10" name="Tijdelijke aanduiding voor inhoud 2">
            <a:extLst>
              <a:ext uri="{FF2B5EF4-FFF2-40B4-BE49-F238E27FC236}">
                <a16:creationId xmlns:a16="http://schemas.microsoft.com/office/drawing/2014/main" id="{426024B7-9D70-E1CC-2CD6-CCC81198D0FE}"/>
              </a:ext>
            </a:extLst>
          </p:cNvPr>
          <p:cNvSpPr>
            <a:spLocks noGrp="1"/>
          </p:cNvSpPr>
          <p:nvPr>
            <p:ph sz="half" idx="13"/>
          </p:nvPr>
        </p:nvSpPr>
        <p:spPr>
          <a:xfrm>
            <a:off x="605118" y="2173357"/>
            <a:ext cx="5907739" cy="4135644"/>
          </a:xfrm>
        </p:spPr>
        <p:txBody>
          <a:bodyPr/>
          <a:lstStyle/>
          <a:p>
            <a:endParaRPr lang="nl-NL" dirty="0"/>
          </a:p>
        </p:txBody>
      </p:sp>
      <p:sp>
        <p:nvSpPr>
          <p:cNvPr id="11" name="Tijdelijke aanduiding voor afbeelding 3">
            <a:extLst>
              <a:ext uri="{FF2B5EF4-FFF2-40B4-BE49-F238E27FC236}">
                <a16:creationId xmlns:a16="http://schemas.microsoft.com/office/drawing/2014/main" id="{8A12F4F6-4E7C-98E9-15B4-28165301199B}"/>
              </a:ext>
            </a:extLst>
          </p:cNvPr>
          <p:cNvSpPr>
            <a:spLocks noGrp="1" noChangeAspect="1"/>
          </p:cNvSpPr>
          <p:nvPr>
            <p:ph type="pic" idx="1"/>
          </p:nvPr>
        </p:nvSpPr>
        <p:spPr>
          <a:xfrm>
            <a:off x="6954754" y="549000"/>
            <a:ext cx="4647823" cy="5760000"/>
          </a:xfrm>
        </p:spPr>
        <p:txBody>
          <a:bodyPr/>
          <a:lstStyle/>
          <a:p>
            <a:endParaRPr lang="nl-NL" dirty="0"/>
          </a:p>
        </p:txBody>
      </p:sp>
    </p:spTree>
    <p:extLst>
      <p:ext uri="{BB962C8B-B14F-4D97-AF65-F5344CB8AC3E}">
        <p14:creationId xmlns:p14="http://schemas.microsoft.com/office/powerpoint/2010/main" val="26098702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FD11E92-240E-CD92-0A11-BECB7AF02406}"/>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65E4641C-7788-1722-9F5F-868FC868317B}"/>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2ECC4461-1D8E-2089-D357-480173B18F94}"/>
              </a:ext>
            </a:extLst>
          </p:cNvPr>
          <p:cNvSpPr>
            <a:spLocks noGrp="1"/>
          </p:cNvSpPr>
          <p:nvPr>
            <p:ph type="dt" sz="half" idx="10"/>
          </p:nvPr>
        </p:nvSpPr>
        <p:spPr/>
        <p:txBody>
          <a:bodyPr/>
          <a:lstStyle/>
          <a:p>
            <a:fld id="{F8262919-E190-485A-8F17-150F198F9F9F}" type="datetime1">
              <a:rPr lang="nl-NL" smtClean="0"/>
              <a:t>21-9-2026</a:t>
            </a:fld>
            <a:endParaRPr lang="nl-NL"/>
          </a:p>
        </p:txBody>
      </p:sp>
      <p:sp>
        <p:nvSpPr>
          <p:cNvPr id="5" name="Tijdelijke aanduiding voor voettekst 4">
            <a:extLst>
              <a:ext uri="{FF2B5EF4-FFF2-40B4-BE49-F238E27FC236}">
                <a16:creationId xmlns:a16="http://schemas.microsoft.com/office/drawing/2014/main" id="{40145C2B-1AE4-8392-CADF-C5ADC3D83426}"/>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1F5AB47E-C985-D264-6E06-E113BC866066}"/>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338787182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DC531BD3-0A36-7599-96AE-49CD335C1E82}"/>
              </a:ext>
            </a:extLst>
          </p:cNvPr>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9BD49030-C979-2726-8591-F82184E74DD8}"/>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9E1CBD33-656D-A0BA-E590-953BBADAFBCD}"/>
              </a:ext>
            </a:extLst>
          </p:cNvPr>
          <p:cNvSpPr>
            <a:spLocks noGrp="1"/>
          </p:cNvSpPr>
          <p:nvPr>
            <p:ph type="dt" sz="half" idx="10"/>
          </p:nvPr>
        </p:nvSpPr>
        <p:spPr/>
        <p:txBody>
          <a:bodyPr/>
          <a:lstStyle/>
          <a:p>
            <a:fld id="{E8A7E26D-7C7C-4AE7-8CA8-373F7C1F1D4E}" type="datetime1">
              <a:rPr lang="nl-NL" smtClean="0"/>
              <a:t>21-9-2026</a:t>
            </a:fld>
            <a:endParaRPr lang="nl-NL"/>
          </a:p>
        </p:txBody>
      </p:sp>
      <p:sp>
        <p:nvSpPr>
          <p:cNvPr id="5" name="Tijdelijke aanduiding voor voettekst 4">
            <a:extLst>
              <a:ext uri="{FF2B5EF4-FFF2-40B4-BE49-F238E27FC236}">
                <a16:creationId xmlns:a16="http://schemas.microsoft.com/office/drawing/2014/main" id="{7989E1E7-F9C1-4D10-A35C-CF89852E1B57}"/>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BFB9017D-601E-2754-D7DF-4CD56E5D890A}"/>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233120032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E77A59F-52C5-92CA-2D7A-A4C733081158}"/>
              </a:ext>
            </a:extLst>
          </p:cNvPr>
          <p:cNvSpPr>
            <a:spLocks noGrp="1"/>
          </p:cNvSpPr>
          <p:nvPr>
            <p:ph type="ctrTitle"/>
          </p:nvPr>
        </p:nvSpPr>
        <p:spPr>
          <a:xfrm>
            <a:off x="1524000" y="1122363"/>
            <a:ext cx="9144000" cy="2387600"/>
          </a:xfrm>
        </p:spPr>
        <p:txBody>
          <a:bodyPr anchor="b"/>
          <a:lstStyle>
            <a:lvl1pPr algn="ctr">
              <a:defRPr sz="6000">
                <a:solidFill>
                  <a:schemeClr val="bg1"/>
                </a:solidFill>
                <a:highlight>
                  <a:srgbClr val="003183"/>
                </a:highlight>
              </a:defRPr>
            </a:lvl1pPr>
          </a:lstStyle>
          <a:p>
            <a:r>
              <a:rPr lang="nl-NL" dirty="0"/>
              <a:t>Klik om stijl te bewerken</a:t>
            </a:r>
          </a:p>
        </p:txBody>
      </p:sp>
      <p:sp>
        <p:nvSpPr>
          <p:cNvPr id="3" name="Ondertitel 2">
            <a:extLst>
              <a:ext uri="{FF2B5EF4-FFF2-40B4-BE49-F238E27FC236}">
                <a16:creationId xmlns:a16="http://schemas.microsoft.com/office/drawing/2014/main" id="{F8956CB6-E2CE-A663-35DC-2AFB2C52F6AB}"/>
              </a:ext>
            </a:extLst>
          </p:cNvPr>
          <p:cNvSpPr>
            <a:spLocks noGrp="1"/>
          </p:cNvSpPr>
          <p:nvPr>
            <p:ph type="subTitle" idx="1"/>
          </p:nvPr>
        </p:nvSpPr>
        <p:spPr>
          <a:xfrm>
            <a:off x="1524000" y="3602038"/>
            <a:ext cx="9144000" cy="1655762"/>
          </a:xfrm>
        </p:spPr>
        <p:txBody>
          <a:bodyPr/>
          <a:lstStyle>
            <a:lvl1pPr marL="0" indent="0" algn="ctr">
              <a:buNone/>
              <a:defRPr sz="2400">
                <a:highlight>
                  <a:srgbClr val="003183"/>
                </a:highligh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dirty="0"/>
              <a:t>Klikken om de ondertitelstijl van het model te bewerken</a:t>
            </a:r>
          </a:p>
        </p:txBody>
      </p:sp>
      <p:sp>
        <p:nvSpPr>
          <p:cNvPr id="4" name="Tijdelijke aanduiding voor datum 3">
            <a:extLst>
              <a:ext uri="{FF2B5EF4-FFF2-40B4-BE49-F238E27FC236}">
                <a16:creationId xmlns:a16="http://schemas.microsoft.com/office/drawing/2014/main" id="{18AF7571-49EA-3B91-2367-662CE698CD23}"/>
              </a:ext>
            </a:extLst>
          </p:cNvPr>
          <p:cNvSpPr>
            <a:spLocks noGrp="1"/>
          </p:cNvSpPr>
          <p:nvPr>
            <p:ph type="dt" sz="half" idx="10"/>
          </p:nvPr>
        </p:nvSpPr>
        <p:spPr/>
        <p:txBody>
          <a:bodyPr/>
          <a:lstStyle/>
          <a:p>
            <a:fld id="{D2DA8958-CE1A-450A-8B4C-38197F71E810}" type="datetime1">
              <a:rPr lang="nl-NL" smtClean="0"/>
              <a:t>21-9-2026</a:t>
            </a:fld>
            <a:endParaRPr lang="nl-NL"/>
          </a:p>
        </p:txBody>
      </p:sp>
      <p:sp>
        <p:nvSpPr>
          <p:cNvPr id="5" name="Tijdelijke aanduiding voor voettekst 4">
            <a:extLst>
              <a:ext uri="{FF2B5EF4-FFF2-40B4-BE49-F238E27FC236}">
                <a16:creationId xmlns:a16="http://schemas.microsoft.com/office/drawing/2014/main" id="{58CDA4C3-B8D7-F3A9-8127-CE040382D8A7}"/>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3D151D9E-581E-7B8C-0120-168C9CA5C388}"/>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196384323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B6BBFE8-EE19-CEFE-D7E9-EFCA7978B112}"/>
              </a:ext>
            </a:extLst>
          </p:cNvPr>
          <p:cNvSpPr>
            <a:spLocks noGrp="1"/>
          </p:cNvSpPr>
          <p:nvPr>
            <p:ph type="title"/>
          </p:nvPr>
        </p:nvSpPr>
        <p:spPr>
          <a:xfrm>
            <a:off x="831850" y="1709738"/>
            <a:ext cx="10515600" cy="2852737"/>
          </a:xfrm>
        </p:spPr>
        <p:txBody>
          <a:bodyPr anchor="b"/>
          <a:lstStyle>
            <a:lvl1pPr>
              <a:defRPr sz="6000">
                <a:solidFill>
                  <a:schemeClr val="bg1"/>
                </a:solidFill>
                <a:highlight>
                  <a:srgbClr val="003183"/>
                </a:highlight>
              </a:defRPr>
            </a:lvl1pPr>
          </a:lstStyle>
          <a:p>
            <a:r>
              <a:rPr lang="nl-NL" dirty="0"/>
              <a:t>Klik om stijl te bewerken</a:t>
            </a:r>
          </a:p>
        </p:txBody>
      </p:sp>
      <p:sp>
        <p:nvSpPr>
          <p:cNvPr id="3" name="Tijdelijke aanduiding voor tekst 2">
            <a:extLst>
              <a:ext uri="{FF2B5EF4-FFF2-40B4-BE49-F238E27FC236}">
                <a16:creationId xmlns:a16="http://schemas.microsoft.com/office/drawing/2014/main" id="{3210A166-9FAD-41E1-003E-52E151BF9FC5}"/>
              </a:ext>
            </a:extLst>
          </p:cNvPr>
          <p:cNvSpPr>
            <a:spLocks noGrp="1"/>
          </p:cNvSpPr>
          <p:nvPr>
            <p:ph type="body" idx="1"/>
          </p:nvPr>
        </p:nvSpPr>
        <p:spPr>
          <a:xfrm>
            <a:off x="831850" y="4589463"/>
            <a:ext cx="10515600" cy="1500187"/>
          </a:xfrm>
        </p:spPr>
        <p:txBody>
          <a:bodyPr/>
          <a:lstStyle>
            <a:lvl1pPr marL="0" indent="0">
              <a:buNone/>
              <a:defRPr sz="2400">
                <a:solidFill>
                  <a:schemeClr val="bg1"/>
                </a:solidFill>
                <a:highlight>
                  <a:srgbClr val="003183"/>
                </a:highlight>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dirty="0"/>
              <a:t>Klikken om de tekststijl van het model te bewerken</a:t>
            </a:r>
          </a:p>
        </p:txBody>
      </p:sp>
      <p:sp>
        <p:nvSpPr>
          <p:cNvPr id="4" name="Tijdelijke aanduiding voor datum 3">
            <a:extLst>
              <a:ext uri="{FF2B5EF4-FFF2-40B4-BE49-F238E27FC236}">
                <a16:creationId xmlns:a16="http://schemas.microsoft.com/office/drawing/2014/main" id="{312A8DE4-5E73-81F3-51C1-141ADF52989B}"/>
              </a:ext>
            </a:extLst>
          </p:cNvPr>
          <p:cNvSpPr>
            <a:spLocks noGrp="1"/>
          </p:cNvSpPr>
          <p:nvPr>
            <p:ph type="dt" sz="half" idx="10"/>
          </p:nvPr>
        </p:nvSpPr>
        <p:spPr/>
        <p:txBody>
          <a:bodyPr/>
          <a:lstStyle/>
          <a:p>
            <a:fld id="{91B759CC-CE38-465A-BCB1-2FE49B75DC85}" type="datetime1">
              <a:rPr lang="nl-NL" smtClean="0"/>
              <a:t>21-9-2026</a:t>
            </a:fld>
            <a:endParaRPr lang="nl-NL"/>
          </a:p>
        </p:txBody>
      </p:sp>
      <p:sp>
        <p:nvSpPr>
          <p:cNvPr id="5" name="Tijdelijke aanduiding voor voettekst 4">
            <a:extLst>
              <a:ext uri="{FF2B5EF4-FFF2-40B4-BE49-F238E27FC236}">
                <a16:creationId xmlns:a16="http://schemas.microsoft.com/office/drawing/2014/main" id="{0553540F-133D-707F-ECE0-1D56D5C40728}"/>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07B138EC-A044-3522-8F06-5CCA8572BB03}"/>
              </a:ext>
            </a:extLst>
          </p:cNvPr>
          <p:cNvSpPr>
            <a:spLocks noGrp="1"/>
          </p:cNvSpPr>
          <p:nvPr>
            <p:ph type="sldNum" sz="quarter" idx="12"/>
          </p:nvPr>
        </p:nvSpPr>
        <p:spPr/>
        <p:txBody>
          <a:bodyPr/>
          <a:lstStyle/>
          <a:p>
            <a:fld id="{CE693AF7-A2D4-1445-9772-D985A1DA188C}" type="slidenum">
              <a:rPr lang="nl-NL" smtClean="0"/>
              <a:t>‹#›</a:t>
            </a:fld>
            <a:endParaRPr lang="nl-NL"/>
          </a:p>
        </p:txBody>
      </p:sp>
    </p:spTree>
    <p:extLst>
      <p:ext uri="{BB962C8B-B14F-4D97-AF65-F5344CB8AC3E}">
        <p14:creationId xmlns:p14="http://schemas.microsoft.com/office/powerpoint/2010/main" val="1276569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sv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2.svg"/></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38.xml"/><Relationship Id="rId1" Type="http://schemas.openxmlformats.org/officeDocument/2006/relationships/slideLayout" Target="../slideLayouts/slideLayout37.xml"/><Relationship Id="rId5" Type="http://schemas.openxmlformats.org/officeDocument/2006/relationships/image" Target="../media/image1.svg"/><Relationship Id="rId4"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45B2A215-3EF6-EB34-FD79-3D7E5AAA8A2C}"/>
              </a:ext>
            </a:extLst>
          </p:cNvPr>
          <p:cNvSpPr/>
          <p:nvPr userDrawn="1"/>
        </p:nvSpPr>
        <p:spPr>
          <a:xfrm>
            <a:off x="258417" y="228600"/>
            <a:ext cx="11675166" cy="6400800"/>
          </a:xfrm>
          <a:prstGeom prst="rect">
            <a:avLst/>
          </a:prstGeom>
          <a:solidFill>
            <a:srgbClr val="00318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jdelijke aanduiding voor titel 1">
            <a:extLst>
              <a:ext uri="{FF2B5EF4-FFF2-40B4-BE49-F238E27FC236}">
                <a16:creationId xmlns:a16="http://schemas.microsoft.com/office/drawing/2014/main" id="{C9C78F4E-3C1F-6AF3-D0C6-EC8F46D40E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dirty="0"/>
              <a:t>Klik om stijl te bewerken</a:t>
            </a:r>
          </a:p>
        </p:txBody>
      </p:sp>
      <p:sp>
        <p:nvSpPr>
          <p:cNvPr id="3" name="Tijdelijke aanduiding voor tekst 2">
            <a:extLst>
              <a:ext uri="{FF2B5EF4-FFF2-40B4-BE49-F238E27FC236}">
                <a16:creationId xmlns:a16="http://schemas.microsoft.com/office/drawing/2014/main" id="{E8D5CABF-2040-02B9-B5B3-75B8C4E802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a:extLst>
              <a:ext uri="{FF2B5EF4-FFF2-40B4-BE49-F238E27FC236}">
                <a16:creationId xmlns:a16="http://schemas.microsoft.com/office/drawing/2014/main" id="{397F8C71-7F84-38E8-35D9-C4698A87BF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latin typeface="Outfit" pitchFamily="2" charset="0"/>
              </a:defRPr>
            </a:lvl1pPr>
          </a:lstStyle>
          <a:p>
            <a:fld id="{659DE3BB-D004-4D45-9937-B112049CF8B6}" type="datetime1">
              <a:rPr lang="nl-NL" smtClean="0"/>
              <a:t>21-9-2026</a:t>
            </a:fld>
            <a:endParaRPr lang="nl-NL" dirty="0"/>
          </a:p>
        </p:txBody>
      </p:sp>
      <p:sp>
        <p:nvSpPr>
          <p:cNvPr id="5" name="Tijdelijke aanduiding voor voettekst 4">
            <a:extLst>
              <a:ext uri="{FF2B5EF4-FFF2-40B4-BE49-F238E27FC236}">
                <a16:creationId xmlns:a16="http://schemas.microsoft.com/office/drawing/2014/main" id="{4783C1A5-E52D-39BF-909B-F507198738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nl-NL" sz="1200" kern="1200">
                <a:solidFill>
                  <a:schemeClr val="bg1"/>
                </a:solidFill>
                <a:latin typeface="Outfit" pitchFamily="2" charset="0"/>
                <a:ea typeface="+mn-ea"/>
                <a:cs typeface="+mn-cs"/>
              </a:defRPr>
            </a:lvl1pPr>
          </a:lstStyle>
          <a:p>
            <a:endParaRPr lang="nl-NL" dirty="0"/>
          </a:p>
        </p:txBody>
      </p:sp>
      <p:sp>
        <p:nvSpPr>
          <p:cNvPr id="6" name="Tijdelijke aanduiding voor dianummer 5">
            <a:extLst>
              <a:ext uri="{FF2B5EF4-FFF2-40B4-BE49-F238E27FC236}">
                <a16:creationId xmlns:a16="http://schemas.microsoft.com/office/drawing/2014/main" id="{F221D147-971C-ECC1-6962-B66D47DD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latin typeface="Outfit" pitchFamily="2" charset="0"/>
              </a:defRPr>
            </a:lvl1pPr>
          </a:lstStyle>
          <a:p>
            <a:fld id="{CE693AF7-A2D4-1445-9772-D985A1DA188C}" type="slidenum">
              <a:rPr lang="nl-NL" smtClean="0"/>
              <a:pPr/>
              <a:t>‹#›</a:t>
            </a:fld>
            <a:endParaRPr lang="nl-NL" dirty="0"/>
          </a:p>
        </p:txBody>
      </p:sp>
      <p:pic>
        <p:nvPicPr>
          <p:cNvPr id="8" name="Graphic 7">
            <a:extLst>
              <a:ext uri="{FF2B5EF4-FFF2-40B4-BE49-F238E27FC236}">
                <a16:creationId xmlns:a16="http://schemas.microsoft.com/office/drawing/2014/main" id="{71EFD053-98F5-E906-54D1-251C3ECF35FF}"/>
              </a:ext>
            </a:extLst>
          </p:cNvPr>
          <p:cNvPicPr>
            <a:picLocks noChangeAspect="1"/>
          </p:cNvPicPr>
          <p:nvPr userDrawn="1"/>
        </p:nvPicPr>
        <p:blipFill>
          <a:blip>
            <a:extLst>
              <a:ext uri="{96DAC541-7B7A-43D3-8B79-37D633B846F1}">
                <asvg:svgBlip xmlns:asvg="http://schemas.microsoft.com/office/drawing/2016/SVG/main" r:embed="rId14"/>
              </a:ext>
            </a:extLst>
          </a:blip>
          <a:srcRect/>
          <a:stretch/>
        </p:blipFill>
        <p:spPr>
          <a:xfrm>
            <a:off x="9633209" y="5852937"/>
            <a:ext cx="1720218" cy="330042"/>
          </a:xfrm>
          <a:prstGeom prst="rect">
            <a:avLst/>
          </a:prstGeom>
        </p:spPr>
      </p:pic>
    </p:spTree>
    <p:extLst>
      <p:ext uri="{BB962C8B-B14F-4D97-AF65-F5344CB8AC3E}">
        <p14:creationId xmlns:p14="http://schemas.microsoft.com/office/powerpoint/2010/main" val="171706294"/>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821" r:id="rId10"/>
    <p:sldLayoutId id="2147483746" r:id="rId11"/>
    <p:sldLayoutId id="2147483747" r:id="rId12"/>
  </p:sldLayoutIdLst>
  <p:hf hdr="0" ftr="0" dt="0"/>
  <p:txStyles>
    <p:titleStyle>
      <a:lvl1pPr algn="l" defTabSz="914400" rtl="0" eaLnBrk="1" latinLnBrk="0" hangingPunct="1">
        <a:lnSpc>
          <a:spcPct val="90000"/>
        </a:lnSpc>
        <a:spcBef>
          <a:spcPct val="0"/>
        </a:spcBef>
        <a:buNone/>
        <a:defRPr lang="nl-NL" sz="4400" b="0" i="0" kern="1200" dirty="0">
          <a:solidFill>
            <a:schemeClr val="bg1"/>
          </a:solidFill>
          <a:latin typeface="Outfit Medium" pitchFamily="2" charset="0"/>
          <a:ea typeface="Open Sans" pitchFamily="2" charset="0"/>
          <a:cs typeface="Open Sans" pitchFamily="2" charset="0"/>
        </a:defRPr>
      </a:lvl1pPr>
    </p:titleStyle>
    <p:bodyStyle>
      <a:lvl1pPr marL="228600" indent="-228600" algn="l" defTabSz="914400" rtl="0" eaLnBrk="1" latinLnBrk="0" hangingPunct="1">
        <a:lnSpc>
          <a:spcPct val="90000"/>
        </a:lnSpc>
        <a:spcBef>
          <a:spcPts val="1000"/>
        </a:spcBef>
        <a:buClr>
          <a:srgbClr val="FF7D00"/>
        </a:buClr>
        <a:buFont typeface="Arial" panose="020B0604020202020204" pitchFamily="34" charset="0"/>
        <a:buChar char="•"/>
        <a:defRPr sz="2800" kern="1200">
          <a:solidFill>
            <a:schemeClr val="bg1"/>
          </a:solidFill>
          <a:latin typeface="Outfit" pitchFamily="2" charset="0"/>
          <a:ea typeface="+mn-ea"/>
          <a:cs typeface="+mn-cs"/>
        </a:defRPr>
      </a:lvl1pPr>
      <a:lvl2pPr marL="685800" indent="-228600" algn="l" defTabSz="914400" rtl="0" eaLnBrk="1" latinLnBrk="0" hangingPunct="1">
        <a:lnSpc>
          <a:spcPct val="90000"/>
        </a:lnSpc>
        <a:spcBef>
          <a:spcPts val="500"/>
        </a:spcBef>
        <a:buClr>
          <a:srgbClr val="FF7D00"/>
        </a:buClr>
        <a:buFont typeface="Arial" panose="020B0604020202020204" pitchFamily="34" charset="0"/>
        <a:buChar char="•"/>
        <a:defRPr sz="2400" kern="1200">
          <a:solidFill>
            <a:schemeClr val="bg1"/>
          </a:solidFill>
          <a:latin typeface="Outfit" pitchFamily="2" charset="0"/>
          <a:ea typeface="+mn-ea"/>
          <a:cs typeface="+mn-cs"/>
        </a:defRPr>
      </a:lvl2pPr>
      <a:lvl3pPr marL="1143000" indent="-228600" algn="l" defTabSz="914400" rtl="0" eaLnBrk="1" latinLnBrk="0" hangingPunct="1">
        <a:lnSpc>
          <a:spcPct val="90000"/>
        </a:lnSpc>
        <a:spcBef>
          <a:spcPts val="500"/>
        </a:spcBef>
        <a:buClr>
          <a:srgbClr val="FF7D00"/>
        </a:buClr>
        <a:buFont typeface="Arial" panose="020B0604020202020204" pitchFamily="34" charset="0"/>
        <a:buChar char="•"/>
        <a:defRPr sz="2000" kern="1200">
          <a:solidFill>
            <a:schemeClr val="bg1"/>
          </a:solidFill>
          <a:latin typeface="Outfit" pitchFamily="2" charset="0"/>
          <a:ea typeface="+mn-ea"/>
          <a:cs typeface="+mn-cs"/>
        </a:defRPr>
      </a:lvl3pPr>
      <a:lvl4pPr marL="1600200" indent="-228600" algn="l" defTabSz="914400" rtl="0" eaLnBrk="1" latinLnBrk="0" hangingPunct="1">
        <a:lnSpc>
          <a:spcPct val="90000"/>
        </a:lnSpc>
        <a:spcBef>
          <a:spcPts val="500"/>
        </a:spcBef>
        <a:buClr>
          <a:srgbClr val="FF7D00"/>
        </a:buClr>
        <a:buFont typeface="Arial" panose="020B0604020202020204" pitchFamily="34" charset="0"/>
        <a:buChar char="•"/>
        <a:defRPr sz="1800" kern="1200">
          <a:solidFill>
            <a:schemeClr val="bg1"/>
          </a:solidFill>
          <a:latin typeface="Outfit" pitchFamily="2" charset="0"/>
          <a:ea typeface="+mn-ea"/>
          <a:cs typeface="+mn-cs"/>
        </a:defRPr>
      </a:lvl4pPr>
      <a:lvl5pPr marL="2057400" indent="-228600" algn="l" defTabSz="914400" rtl="0" eaLnBrk="1" latinLnBrk="0" hangingPunct="1">
        <a:lnSpc>
          <a:spcPct val="90000"/>
        </a:lnSpc>
        <a:spcBef>
          <a:spcPts val="500"/>
        </a:spcBef>
        <a:buClr>
          <a:srgbClr val="FF7D00"/>
        </a:buClr>
        <a:buFont typeface="Arial" panose="020B0604020202020204" pitchFamily="34" charset="0"/>
        <a:buChar char="•"/>
        <a:defRPr sz="1800" kern="1200">
          <a:solidFill>
            <a:schemeClr val="bg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45B2A215-3EF6-EB34-FD79-3D7E5AAA8A2C}"/>
              </a:ext>
            </a:extLst>
          </p:cNvPr>
          <p:cNvSpPr/>
          <p:nvPr userDrawn="1"/>
        </p:nvSpPr>
        <p:spPr>
          <a:xfrm>
            <a:off x="258417" y="228600"/>
            <a:ext cx="11675166" cy="6400800"/>
          </a:xfrm>
          <a:prstGeom prst="rect">
            <a:avLst/>
          </a:prstGeom>
          <a:solidFill>
            <a:srgbClr val="EEF7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 name="Tijdelijke aanduiding voor titel 1">
            <a:extLst>
              <a:ext uri="{FF2B5EF4-FFF2-40B4-BE49-F238E27FC236}">
                <a16:creationId xmlns:a16="http://schemas.microsoft.com/office/drawing/2014/main" id="{C9C78F4E-3C1F-6AF3-D0C6-EC8F46D40E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dirty="0"/>
              <a:t>Klik om stijl te bewerken</a:t>
            </a:r>
          </a:p>
        </p:txBody>
      </p:sp>
      <p:sp>
        <p:nvSpPr>
          <p:cNvPr id="3" name="Tijdelijke aanduiding voor tekst 2">
            <a:extLst>
              <a:ext uri="{FF2B5EF4-FFF2-40B4-BE49-F238E27FC236}">
                <a16:creationId xmlns:a16="http://schemas.microsoft.com/office/drawing/2014/main" id="{E8D5CABF-2040-02B9-B5B3-75B8C4E802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a:extLst>
              <a:ext uri="{FF2B5EF4-FFF2-40B4-BE49-F238E27FC236}">
                <a16:creationId xmlns:a16="http://schemas.microsoft.com/office/drawing/2014/main" id="{397F8C71-7F84-38E8-35D9-C4698A87BF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rgbClr val="003183"/>
                </a:solidFill>
                <a:latin typeface="Outfit" pitchFamily="2" charset="0"/>
              </a:defRPr>
            </a:lvl1pPr>
          </a:lstStyle>
          <a:p>
            <a:fld id="{48242FAE-DF5B-496C-9F7A-1CCE134BAB0B}" type="datetime1">
              <a:rPr lang="nl-NL" smtClean="0"/>
              <a:t>21-9-2026</a:t>
            </a:fld>
            <a:endParaRPr lang="nl-NL" dirty="0"/>
          </a:p>
        </p:txBody>
      </p:sp>
      <p:sp>
        <p:nvSpPr>
          <p:cNvPr id="5" name="Tijdelijke aanduiding voor voettekst 4">
            <a:extLst>
              <a:ext uri="{FF2B5EF4-FFF2-40B4-BE49-F238E27FC236}">
                <a16:creationId xmlns:a16="http://schemas.microsoft.com/office/drawing/2014/main" id="{4783C1A5-E52D-39BF-909B-F507198738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nl-NL" sz="1200" kern="1200">
                <a:solidFill>
                  <a:srgbClr val="003183"/>
                </a:solidFill>
                <a:latin typeface="Outfit" pitchFamily="2" charset="0"/>
                <a:ea typeface="+mn-ea"/>
                <a:cs typeface="+mn-cs"/>
              </a:defRPr>
            </a:lvl1pPr>
          </a:lstStyle>
          <a:p>
            <a:endParaRPr lang="nl-NL" dirty="0"/>
          </a:p>
        </p:txBody>
      </p:sp>
      <p:sp>
        <p:nvSpPr>
          <p:cNvPr id="6" name="Tijdelijke aanduiding voor dianummer 5">
            <a:extLst>
              <a:ext uri="{FF2B5EF4-FFF2-40B4-BE49-F238E27FC236}">
                <a16:creationId xmlns:a16="http://schemas.microsoft.com/office/drawing/2014/main" id="{F221D147-971C-ECC1-6962-B66D47DD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003183"/>
                </a:solidFill>
                <a:latin typeface="Outfit" pitchFamily="2" charset="0"/>
              </a:defRPr>
            </a:lvl1pPr>
          </a:lstStyle>
          <a:p>
            <a:fld id="{CE693AF7-A2D4-1445-9772-D985A1DA188C}" type="slidenum">
              <a:rPr lang="nl-NL" smtClean="0"/>
              <a:pPr/>
              <a:t>‹#›</a:t>
            </a:fld>
            <a:endParaRPr lang="nl-NL" dirty="0"/>
          </a:p>
        </p:txBody>
      </p:sp>
      <p:pic>
        <p:nvPicPr>
          <p:cNvPr id="9" name="Graphic 8">
            <a:extLst>
              <a:ext uri="{FF2B5EF4-FFF2-40B4-BE49-F238E27FC236}">
                <a16:creationId xmlns:a16="http://schemas.microsoft.com/office/drawing/2014/main" id="{281FAA13-EF92-BB3B-595E-1BC87EB0D925}"/>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9628762" y="5852937"/>
            <a:ext cx="1732722" cy="330042"/>
          </a:xfrm>
          <a:prstGeom prst="rect">
            <a:avLst/>
          </a:prstGeom>
        </p:spPr>
      </p:pic>
    </p:spTree>
    <p:extLst>
      <p:ext uri="{BB962C8B-B14F-4D97-AF65-F5344CB8AC3E}">
        <p14:creationId xmlns:p14="http://schemas.microsoft.com/office/powerpoint/2010/main" val="3888862609"/>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822" r:id="rId10"/>
    <p:sldLayoutId id="2147483795" r:id="rId11"/>
    <p:sldLayoutId id="2147483796" r:id="rId12"/>
  </p:sldLayoutIdLst>
  <p:hf hdr="0" ftr="0" dt="0"/>
  <p:txStyles>
    <p:titleStyle>
      <a:lvl1pPr algn="l" defTabSz="914400" rtl="0" eaLnBrk="1" latinLnBrk="0" hangingPunct="1">
        <a:lnSpc>
          <a:spcPct val="90000"/>
        </a:lnSpc>
        <a:spcBef>
          <a:spcPct val="0"/>
        </a:spcBef>
        <a:buNone/>
        <a:defRPr lang="nl-NL" sz="4400" b="0" i="0" kern="1200" dirty="0">
          <a:solidFill>
            <a:srgbClr val="003183"/>
          </a:solidFill>
          <a:latin typeface="Outfit Medium" pitchFamily="2" charset="0"/>
          <a:ea typeface="Open Sans" pitchFamily="2" charset="0"/>
          <a:cs typeface="Open Sans" pitchFamily="2" charset="0"/>
        </a:defRPr>
      </a:lvl1pPr>
    </p:titleStyle>
    <p:bodyStyle>
      <a:lvl1pPr marL="228600" indent="-228600" algn="l" defTabSz="914400" rtl="0" eaLnBrk="1" latinLnBrk="0" hangingPunct="1">
        <a:lnSpc>
          <a:spcPct val="90000"/>
        </a:lnSpc>
        <a:spcBef>
          <a:spcPts val="1000"/>
        </a:spcBef>
        <a:buClr>
          <a:srgbClr val="FF7D00"/>
        </a:buClr>
        <a:buFont typeface="Arial" panose="020B0604020202020204" pitchFamily="34" charset="0"/>
        <a:buChar char="•"/>
        <a:defRPr sz="2800" kern="1200">
          <a:solidFill>
            <a:srgbClr val="003183"/>
          </a:solidFill>
          <a:latin typeface="Outfit" pitchFamily="2" charset="0"/>
          <a:ea typeface="+mn-ea"/>
          <a:cs typeface="+mn-cs"/>
        </a:defRPr>
      </a:lvl1pPr>
      <a:lvl2pPr marL="685800" indent="-228600" algn="l" defTabSz="914400" rtl="0" eaLnBrk="1" latinLnBrk="0" hangingPunct="1">
        <a:lnSpc>
          <a:spcPct val="90000"/>
        </a:lnSpc>
        <a:spcBef>
          <a:spcPts val="500"/>
        </a:spcBef>
        <a:buClr>
          <a:srgbClr val="FF7D00"/>
        </a:buClr>
        <a:buFont typeface="Arial" panose="020B0604020202020204" pitchFamily="34" charset="0"/>
        <a:buChar char="•"/>
        <a:defRPr sz="2400" kern="1200">
          <a:solidFill>
            <a:srgbClr val="003183"/>
          </a:solidFill>
          <a:latin typeface="Outfit" pitchFamily="2" charset="0"/>
          <a:ea typeface="+mn-ea"/>
          <a:cs typeface="+mn-cs"/>
        </a:defRPr>
      </a:lvl2pPr>
      <a:lvl3pPr marL="1143000" indent="-228600" algn="l" defTabSz="914400" rtl="0" eaLnBrk="1" latinLnBrk="0" hangingPunct="1">
        <a:lnSpc>
          <a:spcPct val="90000"/>
        </a:lnSpc>
        <a:spcBef>
          <a:spcPts val="500"/>
        </a:spcBef>
        <a:buClr>
          <a:srgbClr val="FF7D00"/>
        </a:buClr>
        <a:buFont typeface="Arial" panose="020B0604020202020204" pitchFamily="34" charset="0"/>
        <a:buChar char="•"/>
        <a:defRPr sz="2000" kern="1200">
          <a:solidFill>
            <a:srgbClr val="003183"/>
          </a:solidFill>
          <a:latin typeface="Outfit" pitchFamily="2" charset="0"/>
          <a:ea typeface="+mn-ea"/>
          <a:cs typeface="+mn-cs"/>
        </a:defRPr>
      </a:lvl3pPr>
      <a:lvl4pPr marL="1600200" indent="-228600" algn="l" defTabSz="914400" rtl="0" eaLnBrk="1" latinLnBrk="0" hangingPunct="1">
        <a:lnSpc>
          <a:spcPct val="90000"/>
        </a:lnSpc>
        <a:spcBef>
          <a:spcPts val="500"/>
        </a:spcBef>
        <a:buClr>
          <a:srgbClr val="FF7D00"/>
        </a:buClr>
        <a:buFont typeface="Arial" panose="020B0604020202020204" pitchFamily="34" charset="0"/>
        <a:buChar char="•"/>
        <a:defRPr sz="1800" kern="1200">
          <a:solidFill>
            <a:srgbClr val="003183"/>
          </a:solidFill>
          <a:latin typeface="Outfit" pitchFamily="2" charset="0"/>
          <a:ea typeface="+mn-ea"/>
          <a:cs typeface="+mn-cs"/>
        </a:defRPr>
      </a:lvl4pPr>
      <a:lvl5pPr marL="2057400" indent="-228600" algn="l" defTabSz="914400" rtl="0" eaLnBrk="1" latinLnBrk="0" hangingPunct="1">
        <a:lnSpc>
          <a:spcPct val="90000"/>
        </a:lnSpc>
        <a:spcBef>
          <a:spcPts val="500"/>
        </a:spcBef>
        <a:buClr>
          <a:srgbClr val="FF7D00"/>
        </a:buClr>
        <a:buFont typeface="Arial" panose="020B0604020202020204" pitchFamily="34" charset="0"/>
        <a:buChar char="•"/>
        <a:defRPr sz="1800" kern="1200">
          <a:solidFill>
            <a:srgbClr val="003183"/>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45B2A215-3EF6-EB34-FD79-3D7E5AAA8A2C}"/>
              </a:ext>
            </a:extLst>
          </p:cNvPr>
          <p:cNvSpPr/>
          <p:nvPr userDrawn="1"/>
        </p:nvSpPr>
        <p:spPr>
          <a:xfrm>
            <a:off x="258417" y="228600"/>
            <a:ext cx="11675166" cy="6400800"/>
          </a:xfrm>
          <a:prstGeom prst="rect">
            <a:avLst/>
          </a:prstGeom>
          <a:solidFill>
            <a:srgbClr val="FFF2E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dirty="0"/>
          </a:p>
        </p:txBody>
      </p:sp>
      <p:sp>
        <p:nvSpPr>
          <p:cNvPr id="2" name="Tijdelijke aanduiding voor titel 1">
            <a:extLst>
              <a:ext uri="{FF2B5EF4-FFF2-40B4-BE49-F238E27FC236}">
                <a16:creationId xmlns:a16="http://schemas.microsoft.com/office/drawing/2014/main" id="{C9C78F4E-3C1F-6AF3-D0C6-EC8F46D40E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dirty="0"/>
              <a:t>Klik om stijl te bewerken</a:t>
            </a:r>
          </a:p>
        </p:txBody>
      </p:sp>
      <p:sp>
        <p:nvSpPr>
          <p:cNvPr id="3" name="Tijdelijke aanduiding voor tekst 2">
            <a:extLst>
              <a:ext uri="{FF2B5EF4-FFF2-40B4-BE49-F238E27FC236}">
                <a16:creationId xmlns:a16="http://schemas.microsoft.com/office/drawing/2014/main" id="{E8D5CABF-2040-02B9-B5B3-75B8C4E802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a:extLst>
              <a:ext uri="{FF2B5EF4-FFF2-40B4-BE49-F238E27FC236}">
                <a16:creationId xmlns:a16="http://schemas.microsoft.com/office/drawing/2014/main" id="{397F8C71-7F84-38E8-35D9-C4698A87BF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rgbClr val="003183"/>
                </a:solidFill>
                <a:latin typeface="Outfit" pitchFamily="2" charset="0"/>
              </a:defRPr>
            </a:lvl1pPr>
          </a:lstStyle>
          <a:p>
            <a:fld id="{18A30DE3-109F-4507-A716-9D9E9712475D}" type="datetime1">
              <a:rPr lang="nl-NL" smtClean="0"/>
              <a:t>21-9-2026</a:t>
            </a:fld>
            <a:endParaRPr lang="nl-NL" dirty="0"/>
          </a:p>
        </p:txBody>
      </p:sp>
      <p:sp>
        <p:nvSpPr>
          <p:cNvPr id="5" name="Tijdelijke aanduiding voor voettekst 4">
            <a:extLst>
              <a:ext uri="{FF2B5EF4-FFF2-40B4-BE49-F238E27FC236}">
                <a16:creationId xmlns:a16="http://schemas.microsoft.com/office/drawing/2014/main" id="{4783C1A5-E52D-39BF-909B-F507198738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nl-NL" sz="1200" kern="1200">
                <a:solidFill>
                  <a:srgbClr val="003183"/>
                </a:solidFill>
                <a:latin typeface="Outfit" pitchFamily="2" charset="0"/>
                <a:ea typeface="+mn-ea"/>
                <a:cs typeface="+mn-cs"/>
              </a:defRPr>
            </a:lvl1pPr>
          </a:lstStyle>
          <a:p>
            <a:endParaRPr lang="nl-NL" dirty="0"/>
          </a:p>
        </p:txBody>
      </p:sp>
      <p:sp>
        <p:nvSpPr>
          <p:cNvPr id="6" name="Tijdelijke aanduiding voor dianummer 5">
            <a:extLst>
              <a:ext uri="{FF2B5EF4-FFF2-40B4-BE49-F238E27FC236}">
                <a16:creationId xmlns:a16="http://schemas.microsoft.com/office/drawing/2014/main" id="{F221D147-971C-ECC1-6962-B66D47DD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rgbClr val="003183"/>
                </a:solidFill>
                <a:latin typeface="Outfit" pitchFamily="2" charset="0"/>
              </a:defRPr>
            </a:lvl1pPr>
          </a:lstStyle>
          <a:p>
            <a:fld id="{CE693AF7-A2D4-1445-9772-D985A1DA188C}" type="slidenum">
              <a:rPr lang="nl-NL" smtClean="0"/>
              <a:pPr/>
              <a:t>‹#›</a:t>
            </a:fld>
            <a:endParaRPr lang="nl-NL" dirty="0"/>
          </a:p>
        </p:txBody>
      </p:sp>
      <p:pic>
        <p:nvPicPr>
          <p:cNvPr id="9" name="Graphic 8">
            <a:extLst>
              <a:ext uri="{FF2B5EF4-FFF2-40B4-BE49-F238E27FC236}">
                <a16:creationId xmlns:a16="http://schemas.microsoft.com/office/drawing/2014/main" id="{D5E2EF1E-5AC4-4F03-2D6A-161885597976}"/>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9628762" y="5852937"/>
            <a:ext cx="1732722" cy="330042"/>
          </a:xfrm>
          <a:prstGeom prst="rect">
            <a:avLst/>
          </a:prstGeom>
        </p:spPr>
      </p:pic>
    </p:spTree>
    <p:extLst>
      <p:ext uri="{BB962C8B-B14F-4D97-AF65-F5344CB8AC3E}">
        <p14:creationId xmlns:p14="http://schemas.microsoft.com/office/powerpoint/2010/main" val="2070792597"/>
      </p:ext>
    </p:extLst>
  </p:cSld>
  <p:clrMap bg1="lt1" tx1="dk1" bg2="lt2" tx2="dk2" accent1="accent1" accent2="accent2" accent3="accent3" accent4="accent4" accent5="accent5" accent6="accent6" hlink="hlink" folHlink="folHlink"/>
  <p:sldLayoutIdLst>
    <p:sldLayoutId id="2147483798" r:id="rId1"/>
    <p:sldLayoutId id="2147483799" r:id="rId2"/>
    <p:sldLayoutId id="2147483800" r:id="rId3"/>
    <p:sldLayoutId id="2147483801" r:id="rId4"/>
    <p:sldLayoutId id="2147483802" r:id="rId5"/>
    <p:sldLayoutId id="2147483803" r:id="rId6"/>
    <p:sldLayoutId id="2147483804" r:id="rId7"/>
    <p:sldLayoutId id="2147483805" r:id="rId8"/>
    <p:sldLayoutId id="2147483806" r:id="rId9"/>
    <p:sldLayoutId id="2147483823" r:id="rId10"/>
    <p:sldLayoutId id="2147483807" r:id="rId11"/>
    <p:sldLayoutId id="2147483808" r:id="rId12"/>
  </p:sldLayoutIdLst>
  <p:hf hdr="0" ftr="0" dt="0"/>
  <p:txStyles>
    <p:titleStyle>
      <a:lvl1pPr algn="l" defTabSz="914400" rtl="0" eaLnBrk="1" latinLnBrk="0" hangingPunct="1">
        <a:lnSpc>
          <a:spcPct val="90000"/>
        </a:lnSpc>
        <a:spcBef>
          <a:spcPct val="0"/>
        </a:spcBef>
        <a:buNone/>
        <a:defRPr lang="nl-NL" sz="4400" b="0" i="0" kern="1200" dirty="0">
          <a:solidFill>
            <a:srgbClr val="003183"/>
          </a:solidFill>
          <a:latin typeface="Outfit Medium" pitchFamily="2" charset="0"/>
          <a:ea typeface="Open Sans" pitchFamily="2" charset="0"/>
          <a:cs typeface="Open Sans" pitchFamily="2" charset="0"/>
        </a:defRPr>
      </a:lvl1pPr>
    </p:titleStyle>
    <p:bodyStyle>
      <a:lvl1pPr marL="228600" indent="-228600" algn="l" defTabSz="914400" rtl="0" eaLnBrk="1" latinLnBrk="0" hangingPunct="1">
        <a:lnSpc>
          <a:spcPct val="90000"/>
        </a:lnSpc>
        <a:spcBef>
          <a:spcPts val="1000"/>
        </a:spcBef>
        <a:buClr>
          <a:srgbClr val="FF7D00"/>
        </a:buClr>
        <a:buFont typeface="Arial" panose="020B0604020202020204" pitchFamily="34" charset="0"/>
        <a:buChar char="•"/>
        <a:defRPr sz="2800" kern="1200">
          <a:solidFill>
            <a:srgbClr val="003183"/>
          </a:solidFill>
          <a:latin typeface="Outfit" pitchFamily="2" charset="0"/>
          <a:ea typeface="+mn-ea"/>
          <a:cs typeface="+mn-cs"/>
        </a:defRPr>
      </a:lvl1pPr>
      <a:lvl2pPr marL="685800" indent="-228600" algn="l" defTabSz="914400" rtl="0" eaLnBrk="1" latinLnBrk="0" hangingPunct="1">
        <a:lnSpc>
          <a:spcPct val="90000"/>
        </a:lnSpc>
        <a:spcBef>
          <a:spcPts val="500"/>
        </a:spcBef>
        <a:buClr>
          <a:srgbClr val="FF7D00"/>
        </a:buClr>
        <a:buFont typeface="Arial" panose="020B0604020202020204" pitchFamily="34" charset="0"/>
        <a:buChar char="•"/>
        <a:defRPr sz="2400" kern="1200">
          <a:solidFill>
            <a:srgbClr val="003183"/>
          </a:solidFill>
          <a:latin typeface="Outfit" pitchFamily="2" charset="0"/>
          <a:ea typeface="+mn-ea"/>
          <a:cs typeface="+mn-cs"/>
        </a:defRPr>
      </a:lvl2pPr>
      <a:lvl3pPr marL="1143000" indent="-228600" algn="l" defTabSz="914400" rtl="0" eaLnBrk="1" latinLnBrk="0" hangingPunct="1">
        <a:lnSpc>
          <a:spcPct val="90000"/>
        </a:lnSpc>
        <a:spcBef>
          <a:spcPts val="500"/>
        </a:spcBef>
        <a:buClr>
          <a:srgbClr val="FF7D00"/>
        </a:buClr>
        <a:buFont typeface="Arial" panose="020B0604020202020204" pitchFamily="34" charset="0"/>
        <a:buChar char="•"/>
        <a:defRPr sz="2000" kern="1200">
          <a:solidFill>
            <a:srgbClr val="003183"/>
          </a:solidFill>
          <a:latin typeface="Outfit" pitchFamily="2" charset="0"/>
          <a:ea typeface="+mn-ea"/>
          <a:cs typeface="+mn-cs"/>
        </a:defRPr>
      </a:lvl3pPr>
      <a:lvl4pPr marL="1600200" indent="-228600" algn="l" defTabSz="914400" rtl="0" eaLnBrk="1" latinLnBrk="0" hangingPunct="1">
        <a:lnSpc>
          <a:spcPct val="90000"/>
        </a:lnSpc>
        <a:spcBef>
          <a:spcPts val="500"/>
        </a:spcBef>
        <a:buClr>
          <a:srgbClr val="FF7D00"/>
        </a:buClr>
        <a:buFont typeface="Arial" panose="020B0604020202020204" pitchFamily="34" charset="0"/>
        <a:buChar char="•"/>
        <a:defRPr sz="1800" kern="1200">
          <a:solidFill>
            <a:srgbClr val="003183"/>
          </a:solidFill>
          <a:latin typeface="Outfit" pitchFamily="2" charset="0"/>
          <a:ea typeface="+mn-ea"/>
          <a:cs typeface="+mn-cs"/>
        </a:defRPr>
      </a:lvl4pPr>
      <a:lvl5pPr marL="2057400" indent="-228600" algn="l" defTabSz="914400" rtl="0" eaLnBrk="1" latinLnBrk="0" hangingPunct="1">
        <a:lnSpc>
          <a:spcPct val="90000"/>
        </a:lnSpc>
        <a:spcBef>
          <a:spcPts val="500"/>
        </a:spcBef>
        <a:buClr>
          <a:srgbClr val="FF7D00"/>
        </a:buClr>
        <a:buFont typeface="Arial" panose="020B0604020202020204" pitchFamily="34" charset="0"/>
        <a:buChar char="•"/>
        <a:defRPr sz="1800" kern="1200">
          <a:solidFill>
            <a:srgbClr val="003183"/>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45B2A215-3EF6-EB34-FD79-3D7E5AAA8A2C}"/>
              </a:ext>
            </a:extLst>
          </p:cNvPr>
          <p:cNvSpPr/>
          <p:nvPr userDrawn="1"/>
        </p:nvSpPr>
        <p:spPr>
          <a:xfrm>
            <a:off x="258417" y="228600"/>
            <a:ext cx="11675166" cy="6400800"/>
          </a:xfrm>
          <a:prstGeom prst="rect">
            <a:avLst/>
          </a:prstGeom>
          <a:solidFill>
            <a:srgbClr val="00318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 name="Tijdelijke aanduiding voor datum 3">
            <a:extLst>
              <a:ext uri="{FF2B5EF4-FFF2-40B4-BE49-F238E27FC236}">
                <a16:creationId xmlns:a16="http://schemas.microsoft.com/office/drawing/2014/main" id="{397F8C71-7F84-38E8-35D9-C4698A87BF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bg1"/>
                </a:solidFill>
                <a:latin typeface="Outfit" pitchFamily="2" charset="0"/>
              </a:defRPr>
            </a:lvl1pPr>
          </a:lstStyle>
          <a:p>
            <a:fld id="{5CF73F93-CFD2-4511-9CBD-A9B078CE47AB}" type="datetime1">
              <a:rPr lang="nl-NL" smtClean="0"/>
              <a:t>21-9-2026</a:t>
            </a:fld>
            <a:endParaRPr lang="nl-NL" dirty="0"/>
          </a:p>
        </p:txBody>
      </p:sp>
      <p:sp>
        <p:nvSpPr>
          <p:cNvPr id="5" name="Tijdelijke aanduiding voor voettekst 4">
            <a:extLst>
              <a:ext uri="{FF2B5EF4-FFF2-40B4-BE49-F238E27FC236}">
                <a16:creationId xmlns:a16="http://schemas.microsoft.com/office/drawing/2014/main" id="{4783C1A5-E52D-39BF-909B-F507198738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nl-NL" sz="1200" kern="1200">
                <a:solidFill>
                  <a:schemeClr val="bg1"/>
                </a:solidFill>
                <a:latin typeface="Outfit" pitchFamily="2" charset="0"/>
                <a:ea typeface="+mn-ea"/>
                <a:cs typeface="+mn-cs"/>
              </a:defRPr>
            </a:lvl1pPr>
          </a:lstStyle>
          <a:p>
            <a:endParaRPr lang="nl-NL" dirty="0"/>
          </a:p>
        </p:txBody>
      </p:sp>
      <p:sp>
        <p:nvSpPr>
          <p:cNvPr id="6" name="Tijdelijke aanduiding voor dianummer 5">
            <a:extLst>
              <a:ext uri="{FF2B5EF4-FFF2-40B4-BE49-F238E27FC236}">
                <a16:creationId xmlns:a16="http://schemas.microsoft.com/office/drawing/2014/main" id="{F221D147-971C-ECC1-6962-B66D47DD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bg1"/>
                </a:solidFill>
                <a:latin typeface="Outfit" pitchFamily="2" charset="0"/>
              </a:defRPr>
            </a:lvl1pPr>
          </a:lstStyle>
          <a:p>
            <a:fld id="{CE693AF7-A2D4-1445-9772-D985A1DA188C}" type="slidenum">
              <a:rPr lang="nl-NL" smtClean="0"/>
              <a:pPr/>
              <a:t>‹#›</a:t>
            </a:fld>
            <a:endParaRPr lang="nl-NL" dirty="0"/>
          </a:p>
        </p:txBody>
      </p:sp>
      <p:pic>
        <p:nvPicPr>
          <p:cNvPr id="10" name="Graphic 9">
            <a:extLst>
              <a:ext uri="{FF2B5EF4-FFF2-40B4-BE49-F238E27FC236}">
                <a16:creationId xmlns:a16="http://schemas.microsoft.com/office/drawing/2014/main" id="{0837705E-FA1B-CC4F-ADB1-8CA20065FD22}"/>
              </a:ext>
            </a:extLst>
          </p:cNvPr>
          <p:cNvPicPr>
            <a:picLocks noChangeAspect="1"/>
          </p:cNvPicPr>
          <p:nvPr userDrawn="1"/>
        </p:nvPicPr>
        <p:blipFill>
          <a:blip>
            <a:alphaModFix amt="20000"/>
            <a:extLst>
              <a:ext uri="{96DAC541-7B7A-43D3-8B79-37D633B846F1}">
                <asvg:svgBlip xmlns:asvg="http://schemas.microsoft.com/office/drawing/2016/SVG/main" r:embed="rId4"/>
              </a:ext>
            </a:extLst>
          </a:blip>
          <a:srcRect b="4613"/>
          <a:stretch>
            <a:fillRect/>
          </a:stretch>
        </p:blipFill>
        <p:spPr>
          <a:xfrm>
            <a:off x="258416" y="228600"/>
            <a:ext cx="11675165" cy="6264275"/>
          </a:xfrm>
          <a:prstGeom prst="rect">
            <a:avLst/>
          </a:prstGeom>
        </p:spPr>
      </p:pic>
      <p:sp>
        <p:nvSpPr>
          <p:cNvPr id="2" name="Tijdelijke aanduiding voor titel 1">
            <a:extLst>
              <a:ext uri="{FF2B5EF4-FFF2-40B4-BE49-F238E27FC236}">
                <a16:creationId xmlns:a16="http://schemas.microsoft.com/office/drawing/2014/main" id="{C9C78F4E-3C1F-6AF3-D0C6-EC8F46D40E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dirty="0"/>
              <a:t>Klik om stijl te bewerken</a:t>
            </a:r>
          </a:p>
        </p:txBody>
      </p:sp>
      <p:sp>
        <p:nvSpPr>
          <p:cNvPr id="3" name="Tijdelijke aanduiding voor tekst 2">
            <a:extLst>
              <a:ext uri="{FF2B5EF4-FFF2-40B4-BE49-F238E27FC236}">
                <a16:creationId xmlns:a16="http://schemas.microsoft.com/office/drawing/2014/main" id="{E8D5CABF-2040-02B9-B5B3-75B8C4E802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11" name="Rechthoek 10">
            <a:extLst>
              <a:ext uri="{FF2B5EF4-FFF2-40B4-BE49-F238E27FC236}">
                <a16:creationId xmlns:a16="http://schemas.microsoft.com/office/drawing/2014/main" id="{0E2370BF-8CF9-78BC-44D8-DBD27B3F02CB}"/>
              </a:ext>
            </a:extLst>
          </p:cNvPr>
          <p:cNvSpPr/>
          <p:nvPr userDrawn="1"/>
        </p:nvSpPr>
        <p:spPr>
          <a:xfrm>
            <a:off x="9458827" y="5665077"/>
            <a:ext cx="1894974" cy="601579"/>
          </a:xfrm>
          <a:prstGeom prst="rect">
            <a:avLst/>
          </a:prstGeom>
          <a:solidFill>
            <a:srgbClr val="00318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8" name="Graphic 7">
            <a:extLst>
              <a:ext uri="{FF2B5EF4-FFF2-40B4-BE49-F238E27FC236}">
                <a16:creationId xmlns:a16="http://schemas.microsoft.com/office/drawing/2014/main" id="{71EFD053-98F5-E906-54D1-251C3ECF35FF}"/>
              </a:ext>
            </a:extLst>
          </p:cNvPr>
          <p:cNvPicPr>
            <a:picLocks noChangeAspect="1"/>
          </p:cNvPicPr>
          <p:nvPr userDrawn="1"/>
        </p:nvPicPr>
        <p:blipFill>
          <a:blip>
            <a:extLst>
              <a:ext uri="{96DAC541-7B7A-43D3-8B79-37D633B846F1}">
                <asvg:svgBlip xmlns:asvg="http://schemas.microsoft.com/office/drawing/2016/SVG/main" r:embed="rId5"/>
              </a:ext>
            </a:extLst>
          </a:blip>
          <a:srcRect/>
          <a:stretch/>
        </p:blipFill>
        <p:spPr>
          <a:xfrm>
            <a:off x="9633209" y="5852937"/>
            <a:ext cx="1720218" cy="330042"/>
          </a:xfrm>
          <a:prstGeom prst="rect">
            <a:avLst/>
          </a:prstGeom>
        </p:spPr>
      </p:pic>
    </p:spTree>
    <p:extLst>
      <p:ext uri="{BB962C8B-B14F-4D97-AF65-F5344CB8AC3E}">
        <p14:creationId xmlns:p14="http://schemas.microsoft.com/office/powerpoint/2010/main" val="44660939"/>
      </p:ext>
    </p:extLst>
  </p:cSld>
  <p:clrMap bg1="lt1" tx1="dk1" bg2="lt2" tx2="dk2" accent1="accent1" accent2="accent2" accent3="accent3" accent4="accent4" accent5="accent5" accent6="accent6" hlink="hlink" folHlink="folHlink"/>
  <p:sldLayoutIdLst>
    <p:sldLayoutId id="2147483753" r:id="rId1"/>
    <p:sldLayoutId id="2147483755" r:id="rId2"/>
  </p:sldLayoutIdLst>
  <p:hf hdr="0" ftr="0" dt="0"/>
  <p:txStyles>
    <p:titleStyle>
      <a:lvl1pPr algn="l" defTabSz="914400" rtl="0" eaLnBrk="1" latinLnBrk="0" hangingPunct="1">
        <a:lnSpc>
          <a:spcPct val="90000"/>
        </a:lnSpc>
        <a:spcBef>
          <a:spcPct val="0"/>
        </a:spcBef>
        <a:buNone/>
        <a:defRPr lang="nl-NL" sz="4400" b="0" i="0" kern="1200" dirty="0">
          <a:solidFill>
            <a:srgbClr val="003183"/>
          </a:solidFill>
          <a:latin typeface="Outfit Medium" pitchFamily="2" charset="0"/>
          <a:ea typeface="Open Sans" pitchFamily="2" charset="0"/>
          <a:cs typeface="Open Sans" pitchFamily="2" charset="0"/>
        </a:defRPr>
      </a:lvl1pPr>
    </p:titleStyle>
    <p:bodyStyle>
      <a:lvl1pPr marL="228600" indent="-228600" algn="l" defTabSz="914400" rtl="0" eaLnBrk="1" latinLnBrk="0" hangingPunct="1">
        <a:lnSpc>
          <a:spcPct val="90000"/>
        </a:lnSpc>
        <a:spcBef>
          <a:spcPts val="1000"/>
        </a:spcBef>
        <a:buClr>
          <a:srgbClr val="FF7D00"/>
        </a:buClr>
        <a:buFont typeface="Arial" panose="020B0604020202020204" pitchFamily="34" charset="0"/>
        <a:buChar char="•"/>
        <a:defRPr sz="2800" kern="1200">
          <a:solidFill>
            <a:schemeClr val="bg1"/>
          </a:solidFill>
          <a:latin typeface="Outfit" pitchFamily="2" charset="0"/>
          <a:ea typeface="+mn-ea"/>
          <a:cs typeface="+mn-cs"/>
        </a:defRPr>
      </a:lvl1pPr>
      <a:lvl2pPr marL="685800" indent="-228600" algn="l" defTabSz="914400" rtl="0" eaLnBrk="1" latinLnBrk="0" hangingPunct="1">
        <a:lnSpc>
          <a:spcPct val="90000"/>
        </a:lnSpc>
        <a:spcBef>
          <a:spcPts val="500"/>
        </a:spcBef>
        <a:buClr>
          <a:srgbClr val="FF7D00"/>
        </a:buClr>
        <a:buFont typeface="Arial" panose="020B0604020202020204" pitchFamily="34" charset="0"/>
        <a:buChar char="•"/>
        <a:defRPr sz="2400" kern="1200">
          <a:solidFill>
            <a:schemeClr val="bg1"/>
          </a:solidFill>
          <a:latin typeface="Outfit" pitchFamily="2" charset="0"/>
          <a:ea typeface="+mn-ea"/>
          <a:cs typeface="+mn-cs"/>
        </a:defRPr>
      </a:lvl2pPr>
      <a:lvl3pPr marL="1143000" indent="-228600" algn="l" defTabSz="914400" rtl="0" eaLnBrk="1" latinLnBrk="0" hangingPunct="1">
        <a:lnSpc>
          <a:spcPct val="90000"/>
        </a:lnSpc>
        <a:spcBef>
          <a:spcPts val="500"/>
        </a:spcBef>
        <a:buClr>
          <a:srgbClr val="FF7D00"/>
        </a:buClr>
        <a:buFont typeface="Arial" panose="020B0604020202020204" pitchFamily="34" charset="0"/>
        <a:buChar char="•"/>
        <a:defRPr sz="2000" kern="1200">
          <a:solidFill>
            <a:schemeClr val="bg1"/>
          </a:solidFill>
          <a:latin typeface="Outfit" pitchFamily="2" charset="0"/>
          <a:ea typeface="+mn-ea"/>
          <a:cs typeface="+mn-cs"/>
        </a:defRPr>
      </a:lvl3pPr>
      <a:lvl4pPr marL="1600200" indent="-228600" algn="l" defTabSz="914400" rtl="0" eaLnBrk="1" latinLnBrk="0" hangingPunct="1">
        <a:lnSpc>
          <a:spcPct val="90000"/>
        </a:lnSpc>
        <a:spcBef>
          <a:spcPts val="500"/>
        </a:spcBef>
        <a:buClr>
          <a:srgbClr val="FF7D00"/>
        </a:buClr>
        <a:buFont typeface="Arial" panose="020B0604020202020204" pitchFamily="34" charset="0"/>
        <a:buChar char="•"/>
        <a:defRPr sz="1800" kern="1200">
          <a:solidFill>
            <a:schemeClr val="bg1"/>
          </a:solidFill>
          <a:latin typeface="Outfit" pitchFamily="2" charset="0"/>
          <a:ea typeface="+mn-ea"/>
          <a:cs typeface="+mn-cs"/>
        </a:defRPr>
      </a:lvl4pPr>
      <a:lvl5pPr marL="2057400" indent="-228600" algn="l" defTabSz="914400" rtl="0" eaLnBrk="1" latinLnBrk="0" hangingPunct="1">
        <a:lnSpc>
          <a:spcPct val="90000"/>
        </a:lnSpc>
        <a:spcBef>
          <a:spcPts val="500"/>
        </a:spcBef>
        <a:buClr>
          <a:srgbClr val="FF7D00"/>
        </a:buClr>
        <a:buFont typeface="Arial" panose="020B0604020202020204" pitchFamily="34" charset="0"/>
        <a:buChar char="•"/>
        <a:defRPr sz="1800" kern="1200">
          <a:solidFill>
            <a:schemeClr val="bg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ABBB98A-57B2-C01D-927F-E8C9B4F077B8}"/>
              </a:ext>
            </a:extLst>
          </p:cNvPr>
          <p:cNvSpPr>
            <a:spLocks noGrp="1"/>
          </p:cNvSpPr>
          <p:nvPr>
            <p:ph type="ctrTitle"/>
          </p:nvPr>
        </p:nvSpPr>
        <p:spPr/>
        <p:txBody>
          <a:bodyPr>
            <a:normAutofit/>
          </a:bodyPr>
          <a:lstStyle/>
          <a:p>
            <a:r>
              <a:rPr lang="nl-NL" sz="5000" dirty="0" err="1"/>
              <a:t>Transforming</a:t>
            </a:r>
            <a:r>
              <a:rPr lang="nl-NL" sz="5000" dirty="0"/>
              <a:t> research </a:t>
            </a:r>
            <a:r>
              <a:rPr lang="nl-NL" sz="5000" dirty="0" err="1"/>
              <a:t>education</a:t>
            </a:r>
            <a:r>
              <a:rPr lang="nl-NL" sz="5000" dirty="0"/>
              <a:t> </a:t>
            </a:r>
            <a:r>
              <a:rPr lang="nl-NL" sz="5000" dirty="0" err="1"/>
              <a:t>through</a:t>
            </a:r>
            <a:r>
              <a:rPr lang="nl-NL" sz="5000" dirty="0"/>
              <a:t> open &amp; </a:t>
            </a:r>
            <a:br>
              <a:rPr lang="nl-NL" sz="5000" dirty="0"/>
            </a:br>
            <a:r>
              <a:rPr lang="nl-NL" sz="5000" dirty="0"/>
              <a:t>co-</a:t>
            </a:r>
            <a:r>
              <a:rPr lang="nl-NL" sz="5000" dirty="0" err="1"/>
              <a:t>created</a:t>
            </a:r>
            <a:r>
              <a:rPr lang="nl-NL" sz="5000" dirty="0"/>
              <a:t> </a:t>
            </a:r>
            <a:r>
              <a:rPr lang="nl-NL" sz="5000" dirty="0" err="1"/>
              <a:t>learning</a:t>
            </a:r>
            <a:endParaRPr lang="nl-NL" sz="5000" dirty="0"/>
          </a:p>
        </p:txBody>
      </p:sp>
      <p:sp>
        <p:nvSpPr>
          <p:cNvPr id="3" name="Ondertitel 2">
            <a:extLst>
              <a:ext uri="{FF2B5EF4-FFF2-40B4-BE49-F238E27FC236}">
                <a16:creationId xmlns:a16="http://schemas.microsoft.com/office/drawing/2014/main" id="{9DDA8A88-8EC9-DFD2-51BA-2B9FC610CCC5}"/>
              </a:ext>
            </a:extLst>
          </p:cNvPr>
          <p:cNvSpPr>
            <a:spLocks noGrp="1"/>
          </p:cNvSpPr>
          <p:nvPr>
            <p:ph type="subTitle" idx="1"/>
          </p:nvPr>
        </p:nvSpPr>
        <p:spPr/>
        <p:txBody>
          <a:bodyPr/>
          <a:lstStyle/>
          <a:p>
            <a:r>
              <a:rPr lang="nl-NL" dirty="0"/>
              <a:t>A practical </a:t>
            </a:r>
            <a:r>
              <a:rPr lang="nl-NL" dirty="0" err="1"/>
              <a:t>skill</a:t>
            </a:r>
            <a:r>
              <a:rPr lang="nl-NL" dirty="0"/>
              <a:t> pack for </a:t>
            </a:r>
            <a:r>
              <a:rPr lang="nl-NL" dirty="0" err="1"/>
              <a:t>medical</a:t>
            </a:r>
            <a:r>
              <a:rPr lang="nl-NL" dirty="0"/>
              <a:t> </a:t>
            </a:r>
            <a:r>
              <a:rPr lang="nl-NL" dirty="0" err="1"/>
              <a:t>students</a:t>
            </a:r>
            <a:endParaRPr lang="nl-NL" dirty="0"/>
          </a:p>
        </p:txBody>
      </p:sp>
      <p:sp>
        <p:nvSpPr>
          <p:cNvPr id="5" name="Subtitle 2">
            <a:extLst>
              <a:ext uri="{FF2B5EF4-FFF2-40B4-BE49-F238E27FC236}">
                <a16:creationId xmlns:a16="http://schemas.microsoft.com/office/drawing/2014/main" id="{DCA8BF5F-0859-AFED-2C08-89CBA713D633}"/>
              </a:ext>
            </a:extLst>
          </p:cNvPr>
          <p:cNvSpPr txBox="1">
            <a:spLocks/>
          </p:cNvSpPr>
          <p:nvPr/>
        </p:nvSpPr>
        <p:spPr>
          <a:xfrm>
            <a:off x="2264664" y="4722104"/>
            <a:ext cx="9144000" cy="101353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dirty="0">
                <a:solidFill>
                  <a:srgbClr val="EEF7FB"/>
                </a:solidFill>
                <a:latin typeface="Outfit" pitchFamily="2" charset="0"/>
              </a:rPr>
              <a:t>Katalin Tam</a:t>
            </a:r>
            <a:r>
              <a:rPr lang="hu-HU" dirty="0">
                <a:solidFill>
                  <a:srgbClr val="EEF7FB"/>
                </a:solidFill>
                <a:latin typeface="Outfit" pitchFamily="2" charset="0"/>
              </a:rPr>
              <a:t>á</a:t>
            </a:r>
            <a:r>
              <a:rPr lang="en-US" dirty="0" err="1">
                <a:solidFill>
                  <a:srgbClr val="EEF7FB"/>
                </a:solidFill>
                <a:latin typeface="Outfit" pitchFamily="2" charset="0"/>
              </a:rPr>
              <a:t>si</a:t>
            </a:r>
            <a:r>
              <a:rPr lang="en-US" dirty="0">
                <a:solidFill>
                  <a:srgbClr val="EEF7FB"/>
                </a:solidFill>
                <a:latin typeface="Outfit" pitchFamily="2" charset="0"/>
              </a:rPr>
              <a:t>, PhD &amp; Noha El-Baz, PhD</a:t>
            </a:r>
          </a:p>
          <a:p>
            <a:pPr algn="r"/>
            <a:r>
              <a:rPr lang="en-US" dirty="0">
                <a:solidFill>
                  <a:srgbClr val="EEF7FB"/>
                </a:solidFill>
                <a:latin typeface="Outfit" pitchFamily="2" charset="0"/>
              </a:rPr>
              <a:t>Dept of Epidemiology &amp; Clinical Trial Hub</a:t>
            </a:r>
            <a:endParaRPr lang="en-NL" dirty="0">
              <a:solidFill>
                <a:srgbClr val="EEF7FB"/>
              </a:solidFill>
              <a:latin typeface="Outfit" pitchFamily="2" charset="0"/>
            </a:endParaRPr>
          </a:p>
        </p:txBody>
      </p:sp>
    </p:spTree>
    <p:extLst>
      <p:ext uri="{BB962C8B-B14F-4D97-AF65-F5344CB8AC3E}">
        <p14:creationId xmlns:p14="http://schemas.microsoft.com/office/powerpoint/2010/main" val="1308276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D5FE5D1-4CA4-D24B-8FED-FD457C428B0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D4BB525-5D9C-F303-D94E-E553C53495E1}"/>
              </a:ext>
            </a:extLst>
          </p:cNvPr>
          <p:cNvSpPr>
            <a:spLocks noGrp="1"/>
          </p:cNvSpPr>
          <p:nvPr>
            <p:ph type="title"/>
          </p:nvPr>
        </p:nvSpPr>
        <p:spPr/>
        <p:txBody>
          <a:bodyPr/>
          <a:lstStyle/>
          <a:p>
            <a:r>
              <a:rPr lang="nl-NL" dirty="0" err="1"/>
              <a:t>Main</a:t>
            </a:r>
            <a:r>
              <a:rPr lang="nl-NL" dirty="0"/>
              <a:t> </a:t>
            </a:r>
            <a:r>
              <a:rPr lang="nl-NL" dirty="0" err="1"/>
              <a:t>activities</a:t>
            </a:r>
            <a:r>
              <a:rPr lang="nl-NL" dirty="0"/>
              <a:t> </a:t>
            </a:r>
            <a:br>
              <a:rPr lang="nl-NL" dirty="0"/>
            </a:br>
            <a:r>
              <a:rPr lang="nl-NL" sz="3600" dirty="0"/>
              <a:t>Research, </a:t>
            </a:r>
            <a:r>
              <a:rPr lang="nl-NL" sz="3600" dirty="0" err="1"/>
              <a:t>Collaboration</a:t>
            </a:r>
            <a:r>
              <a:rPr lang="nl-NL" sz="3600" dirty="0"/>
              <a:t>, &amp; </a:t>
            </a:r>
            <a:r>
              <a:rPr lang="nl-NL" sz="3600" dirty="0" err="1"/>
              <a:t>Consultation</a:t>
            </a:r>
            <a:endParaRPr lang="nl-NL" sz="3600" dirty="0"/>
          </a:p>
        </p:txBody>
      </p:sp>
      <p:sp>
        <p:nvSpPr>
          <p:cNvPr id="3" name="Tijdelijke aanduiding voor inhoud 2">
            <a:extLst>
              <a:ext uri="{FF2B5EF4-FFF2-40B4-BE49-F238E27FC236}">
                <a16:creationId xmlns:a16="http://schemas.microsoft.com/office/drawing/2014/main" id="{8844190D-B5EC-D19A-8F66-ECC6B18E221B}"/>
              </a:ext>
            </a:extLst>
          </p:cNvPr>
          <p:cNvSpPr>
            <a:spLocks noGrp="1"/>
          </p:cNvSpPr>
          <p:nvPr>
            <p:ph idx="1"/>
          </p:nvPr>
        </p:nvSpPr>
        <p:spPr>
          <a:xfrm>
            <a:off x="838200" y="1992702"/>
            <a:ext cx="10756392" cy="4728773"/>
          </a:xfrm>
        </p:spPr>
        <p:txBody>
          <a:bodyPr numCol="2">
            <a:normAutofit fontScale="85000" lnSpcReduction="20000"/>
          </a:bodyPr>
          <a:lstStyle/>
          <a:p>
            <a:pPr marL="0" indent="0">
              <a:buNone/>
            </a:pPr>
            <a:r>
              <a:rPr lang="nl-NL" sz="3600" dirty="0"/>
              <a:t>Epi Dept </a:t>
            </a:r>
            <a:endParaRPr lang="nl-NL" sz="1100" dirty="0"/>
          </a:p>
          <a:p>
            <a:r>
              <a:rPr lang="nl-NL" sz="3600" dirty="0"/>
              <a:t>Managing Statistical desk @SD-CRO</a:t>
            </a:r>
          </a:p>
          <a:p>
            <a:pPr lvl="1"/>
            <a:r>
              <a:rPr lang="nl-NL" sz="3200" dirty="0" err="1"/>
              <a:t>Consultations</a:t>
            </a:r>
            <a:br>
              <a:rPr lang="nl-NL" sz="3200" dirty="0"/>
            </a:br>
            <a:endParaRPr lang="nl-NL" sz="1500" dirty="0"/>
          </a:p>
          <a:p>
            <a:r>
              <a:rPr lang="nl-NL" sz="3600" dirty="0" err="1"/>
              <a:t>Developing</a:t>
            </a:r>
            <a:r>
              <a:rPr lang="nl-NL" sz="3600" dirty="0"/>
              <a:t> </a:t>
            </a:r>
            <a:r>
              <a:rPr lang="nl-NL" sz="3600" dirty="0" err="1"/>
              <a:t>educational</a:t>
            </a:r>
            <a:r>
              <a:rPr lang="nl-NL" sz="3600" dirty="0"/>
              <a:t> resources </a:t>
            </a:r>
            <a:r>
              <a:rPr lang="en-GB" sz="3600" dirty="0"/>
              <a:t>→</a:t>
            </a:r>
            <a:r>
              <a:rPr lang="nl-NL" sz="3600" dirty="0"/>
              <a:t> tutorial papers</a:t>
            </a:r>
          </a:p>
          <a:p>
            <a:pPr lvl="1"/>
            <a:endParaRPr lang="nl-NL" sz="3200" dirty="0"/>
          </a:p>
          <a:p>
            <a:pPr lvl="1"/>
            <a:endParaRPr lang="nl-NL" sz="3200" dirty="0"/>
          </a:p>
          <a:p>
            <a:pPr lvl="1"/>
            <a:endParaRPr lang="nl-NL" sz="3200" dirty="0"/>
          </a:p>
          <a:p>
            <a:pPr lvl="1"/>
            <a:endParaRPr lang="nl-NL" sz="1000" dirty="0"/>
          </a:p>
          <a:p>
            <a:pPr lvl="1"/>
            <a:endParaRPr lang="nl-NL" sz="1000" dirty="0"/>
          </a:p>
          <a:p>
            <a:pPr lvl="1"/>
            <a:endParaRPr lang="nl-NL" sz="1000" dirty="0"/>
          </a:p>
          <a:p>
            <a:pPr lvl="1"/>
            <a:endParaRPr lang="nl-NL" sz="1000" dirty="0"/>
          </a:p>
          <a:p>
            <a:pPr lvl="1"/>
            <a:endParaRPr lang="nl-NL" sz="1000" dirty="0"/>
          </a:p>
          <a:p>
            <a:pPr marL="457200" lvl="1" indent="0">
              <a:buNone/>
            </a:pPr>
            <a:endParaRPr lang="nl-NL" sz="1000" dirty="0"/>
          </a:p>
          <a:p>
            <a:pPr marL="0" indent="0">
              <a:buNone/>
            </a:pPr>
            <a:r>
              <a:rPr lang="nl-NL" sz="3600" dirty="0"/>
              <a:t>Clinical Trial Hub</a:t>
            </a:r>
            <a:br>
              <a:rPr lang="nl-NL" sz="3200" dirty="0"/>
            </a:br>
            <a:endParaRPr lang="nl-NL" sz="1100" dirty="0"/>
          </a:p>
          <a:p>
            <a:r>
              <a:rPr lang="nl-NL" sz="3600" dirty="0" err="1"/>
              <a:t>Supporting</a:t>
            </a:r>
            <a:r>
              <a:rPr lang="nl-NL" sz="3600" dirty="0"/>
              <a:t> </a:t>
            </a:r>
            <a:r>
              <a:rPr lang="nl-NL" sz="3600" dirty="0" err="1"/>
              <a:t>clinical</a:t>
            </a:r>
            <a:r>
              <a:rPr lang="nl-NL" sz="3600" dirty="0"/>
              <a:t> trials @ concept &amp; design stage</a:t>
            </a:r>
          </a:p>
          <a:p>
            <a:pPr lvl="1"/>
            <a:r>
              <a:rPr lang="nl-NL" sz="3200" dirty="0" err="1"/>
              <a:t>Collaborations</a:t>
            </a:r>
            <a:r>
              <a:rPr lang="nl-NL" sz="3200" dirty="0"/>
              <a:t> </a:t>
            </a:r>
            <a:r>
              <a:rPr lang="nl-NL" sz="3200" dirty="0" err="1"/>
              <a:t>to</a:t>
            </a:r>
            <a:r>
              <a:rPr lang="nl-NL" sz="3200" dirty="0"/>
              <a:t> </a:t>
            </a:r>
            <a:r>
              <a:rPr lang="nl-NL" sz="3200" dirty="0" err="1"/>
              <a:t>improve</a:t>
            </a:r>
            <a:r>
              <a:rPr lang="nl-NL" sz="3200" dirty="0"/>
              <a:t> </a:t>
            </a:r>
            <a:r>
              <a:rPr lang="nl-NL" sz="3200" dirty="0" err="1"/>
              <a:t>methodology</a:t>
            </a:r>
            <a:r>
              <a:rPr lang="nl-NL" sz="3200" dirty="0"/>
              <a:t> &amp; SAP</a:t>
            </a:r>
          </a:p>
          <a:p>
            <a:pPr lvl="2"/>
            <a:endParaRPr lang="nl-NL" sz="1100" dirty="0"/>
          </a:p>
          <a:p>
            <a:r>
              <a:rPr lang="nl-NL" sz="3600" dirty="0" err="1"/>
              <a:t>Developing</a:t>
            </a:r>
            <a:r>
              <a:rPr lang="nl-NL" sz="3600" dirty="0"/>
              <a:t> training </a:t>
            </a:r>
            <a:r>
              <a:rPr lang="nl-NL" sz="3600" dirty="0" err="1"/>
              <a:t>materials</a:t>
            </a:r>
            <a:r>
              <a:rPr lang="nl-NL" sz="3600" dirty="0"/>
              <a:t> for trial investigators</a:t>
            </a:r>
          </a:p>
          <a:p>
            <a:pPr marL="0" indent="0">
              <a:buNone/>
            </a:pPr>
            <a:endParaRPr lang="nl-NL" sz="3600" dirty="0"/>
          </a:p>
          <a:p>
            <a:endParaRPr lang="nl-NL" sz="1900" dirty="0"/>
          </a:p>
          <a:p>
            <a:endParaRPr lang="en-GB" dirty="0"/>
          </a:p>
          <a:p>
            <a:pPr marL="457200" lvl="1" indent="0">
              <a:buNone/>
            </a:pPr>
            <a:endParaRPr lang="en-US" sz="2200" dirty="0"/>
          </a:p>
        </p:txBody>
      </p:sp>
      <p:sp>
        <p:nvSpPr>
          <p:cNvPr id="4" name="Slide Number Placeholder 3">
            <a:extLst>
              <a:ext uri="{FF2B5EF4-FFF2-40B4-BE49-F238E27FC236}">
                <a16:creationId xmlns:a16="http://schemas.microsoft.com/office/drawing/2014/main" id="{55EE964D-85BB-BED2-8D2A-428ACED173FA}"/>
              </a:ext>
            </a:extLst>
          </p:cNvPr>
          <p:cNvSpPr>
            <a:spLocks noGrp="1"/>
          </p:cNvSpPr>
          <p:nvPr>
            <p:ph type="sldNum" sz="quarter" idx="12"/>
          </p:nvPr>
        </p:nvSpPr>
        <p:spPr/>
        <p:txBody>
          <a:bodyPr/>
          <a:lstStyle/>
          <a:p>
            <a:fld id="{CE693AF7-A2D4-1445-9772-D985A1DA188C}" type="slidenum">
              <a:rPr lang="nl-NL" smtClean="0"/>
              <a:t>2</a:t>
            </a:fld>
            <a:endParaRPr lang="nl-NL"/>
          </a:p>
        </p:txBody>
      </p:sp>
    </p:spTree>
    <p:extLst>
      <p:ext uri="{BB962C8B-B14F-4D97-AF65-F5344CB8AC3E}">
        <p14:creationId xmlns:p14="http://schemas.microsoft.com/office/powerpoint/2010/main" val="9205491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3C8CBF6-74BF-44D1-D470-AF5179117CD2}"/>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5E802D4-3BEF-81F8-9D7B-A15ACC5E6C20}"/>
              </a:ext>
            </a:extLst>
          </p:cNvPr>
          <p:cNvSpPr>
            <a:spLocks noGrp="1"/>
          </p:cNvSpPr>
          <p:nvPr>
            <p:ph type="title"/>
          </p:nvPr>
        </p:nvSpPr>
        <p:spPr/>
        <p:txBody>
          <a:bodyPr/>
          <a:lstStyle/>
          <a:p>
            <a:r>
              <a:rPr lang="nl-NL" dirty="0" err="1"/>
              <a:t>Main</a:t>
            </a:r>
            <a:r>
              <a:rPr lang="nl-NL" dirty="0"/>
              <a:t> </a:t>
            </a:r>
            <a:r>
              <a:rPr lang="nl-NL" dirty="0" err="1"/>
              <a:t>activities</a:t>
            </a:r>
            <a:br>
              <a:rPr lang="nl-NL" dirty="0"/>
            </a:br>
            <a:r>
              <a:rPr lang="nl-NL" sz="3600" dirty="0"/>
              <a:t>Teaching</a:t>
            </a:r>
          </a:p>
        </p:txBody>
      </p:sp>
      <p:sp>
        <p:nvSpPr>
          <p:cNvPr id="3" name="Tijdelijke aanduiding voor inhoud 2">
            <a:extLst>
              <a:ext uri="{FF2B5EF4-FFF2-40B4-BE49-F238E27FC236}">
                <a16:creationId xmlns:a16="http://schemas.microsoft.com/office/drawing/2014/main" id="{443894FC-7DFB-549B-EE38-35F34C124930}"/>
              </a:ext>
            </a:extLst>
          </p:cNvPr>
          <p:cNvSpPr>
            <a:spLocks noGrp="1"/>
          </p:cNvSpPr>
          <p:nvPr>
            <p:ph idx="1"/>
          </p:nvPr>
        </p:nvSpPr>
        <p:spPr>
          <a:xfrm>
            <a:off x="838200" y="1768415"/>
            <a:ext cx="10756392" cy="4865298"/>
          </a:xfrm>
        </p:spPr>
        <p:txBody>
          <a:bodyPr>
            <a:normAutofit/>
          </a:bodyPr>
          <a:lstStyle/>
          <a:p>
            <a:pPr marL="0" indent="0">
              <a:buNone/>
            </a:pPr>
            <a:r>
              <a:rPr lang="nl-NL" sz="3600" dirty="0"/>
              <a:t>Courses</a:t>
            </a:r>
          </a:p>
          <a:p>
            <a:pPr lvl="1"/>
            <a:r>
              <a:rPr lang="nl-NL" sz="3200" dirty="0" err="1"/>
              <a:t>Medical</a:t>
            </a:r>
            <a:r>
              <a:rPr lang="nl-NL" sz="3200" dirty="0"/>
              <a:t> </a:t>
            </a:r>
            <a:r>
              <a:rPr lang="nl-NL" sz="3200" dirty="0" err="1"/>
              <a:t>statistics</a:t>
            </a:r>
            <a:r>
              <a:rPr lang="nl-NL" sz="3200" dirty="0"/>
              <a:t> + </a:t>
            </a:r>
            <a:r>
              <a:rPr lang="nl-NL" sz="3200" dirty="0" err="1"/>
              <a:t>Refresher</a:t>
            </a:r>
            <a:r>
              <a:rPr lang="nl-NL" sz="3200" dirty="0"/>
              <a:t> course</a:t>
            </a:r>
          </a:p>
          <a:p>
            <a:pPr lvl="1"/>
            <a:r>
              <a:rPr lang="nl-NL" sz="3200" dirty="0" err="1"/>
              <a:t>Methodology</a:t>
            </a:r>
            <a:r>
              <a:rPr lang="nl-NL" sz="3200" dirty="0"/>
              <a:t> &amp; </a:t>
            </a:r>
            <a:r>
              <a:rPr lang="nl-NL" sz="3200" dirty="0" err="1"/>
              <a:t>stats</a:t>
            </a:r>
            <a:r>
              <a:rPr lang="nl-NL" sz="3200" dirty="0"/>
              <a:t> in </a:t>
            </a:r>
            <a:r>
              <a:rPr lang="nl-NL" sz="3200" dirty="0" err="1"/>
              <a:t>laboratory</a:t>
            </a:r>
            <a:r>
              <a:rPr lang="nl-NL" sz="3200" dirty="0"/>
              <a:t> </a:t>
            </a:r>
            <a:r>
              <a:rPr lang="nl-NL" sz="3200" dirty="0" err="1"/>
              <a:t>animal</a:t>
            </a:r>
            <a:r>
              <a:rPr lang="nl-NL" sz="3200" dirty="0"/>
              <a:t> </a:t>
            </a:r>
            <a:r>
              <a:rPr lang="nl-NL" sz="3200" dirty="0" err="1"/>
              <a:t>science</a:t>
            </a:r>
            <a:endParaRPr lang="nl-NL" sz="3200" dirty="0"/>
          </a:p>
          <a:p>
            <a:pPr lvl="1"/>
            <a:r>
              <a:rPr lang="nl-NL" sz="3200" dirty="0"/>
              <a:t>Statistical </a:t>
            </a:r>
            <a:r>
              <a:rPr lang="nl-NL" sz="3200" dirty="0" err="1"/>
              <a:t>literacy</a:t>
            </a:r>
            <a:r>
              <a:rPr lang="nl-NL" sz="3200" dirty="0"/>
              <a:t> for </a:t>
            </a:r>
            <a:r>
              <a:rPr lang="nl-NL" sz="3200" dirty="0" err="1"/>
              <a:t>medical</a:t>
            </a:r>
            <a:r>
              <a:rPr lang="nl-NL" sz="3200" dirty="0"/>
              <a:t> professionals</a:t>
            </a:r>
          </a:p>
          <a:p>
            <a:pPr lvl="1"/>
            <a:r>
              <a:rPr lang="nl-NL" sz="3200" dirty="0" err="1"/>
              <a:t>Statistics</a:t>
            </a:r>
            <a:r>
              <a:rPr lang="nl-NL" sz="3200" dirty="0"/>
              <a:t> for </a:t>
            </a:r>
            <a:r>
              <a:rPr lang="nl-NL" sz="3200" dirty="0" err="1"/>
              <a:t>lifecourse</a:t>
            </a:r>
            <a:r>
              <a:rPr lang="nl-NL" sz="3200" dirty="0"/>
              <a:t> </a:t>
            </a:r>
            <a:r>
              <a:rPr lang="nl-NL" sz="3200" dirty="0" err="1"/>
              <a:t>epidemiology</a:t>
            </a:r>
            <a:endParaRPr lang="nl-NL" sz="3200" dirty="0"/>
          </a:p>
          <a:p>
            <a:pPr lvl="1"/>
            <a:endParaRPr lang="nl-NL" sz="1000" dirty="0"/>
          </a:p>
          <a:p>
            <a:pPr marL="0" indent="0">
              <a:buNone/>
            </a:pPr>
            <a:r>
              <a:rPr lang="nl-NL" sz="3600" dirty="0" err="1"/>
              <a:t>Supervision</a:t>
            </a:r>
            <a:r>
              <a:rPr lang="nl-NL" sz="3600" dirty="0"/>
              <a:t> </a:t>
            </a:r>
            <a:r>
              <a:rPr lang="nl-NL" sz="3200" dirty="0"/>
              <a:t>(</a:t>
            </a:r>
            <a:r>
              <a:rPr lang="nl-NL" sz="3200" dirty="0" err="1"/>
              <a:t>method</a:t>
            </a:r>
            <a:r>
              <a:rPr lang="nl-NL" sz="3200" dirty="0"/>
              <a:t> &amp; </a:t>
            </a:r>
            <a:r>
              <a:rPr lang="nl-NL" sz="3200" dirty="0" err="1"/>
              <a:t>stats</a:t>
            </a:r>
            <a:r>
              <a:rPr lang="nl-NL" sz="3200" dirty="0"/>
              <a:t>)</a:t>
            </a:r>
          </a:p>
          <a:p>
            <a:pPr lvl="1"/>
            <a:r>
              <a:rPr lang="nl-NL" sz="3000" dirty="0" err="1"/>
              <a:t>Bachelor’s</a:t>
            </a:r>
            <a:r>
              <a:rPr lang="nl-NL" sz="3000" dirty="0"/>
              <a:t>, </a:t>
            </a:r>
            <a:r>
              <a:rPr lang="nl-NL" sz="3000" dirty="0" err="1"/>
              <a:t>Master’s</a:t>
            </a:r>
            <a:r>
              <a:rPr lang="nl-NL" sz="3000" dirty="0"/>
              <a:t>, PhD </a:t>
            </a:r>
            <a:r>
              <a:rPr lang="nl-NL" sz="3000" dirty="0" err="1"/>
              <a:t>students</a:t>
            </a:r>
            <a:r>
              <a:rPr lang="nl-NL" sz="3000" dirty="0"/>
              <a:t> @Neurosurgery, </a:t>
            </a:r>
            <a:r>
              <a:rPr lang="nl-NL" sz="3000" dirty="0" err="1"/>
              <a:t>Maths</a:t>
            </a:r>
            <a:r>
              <a:rPr lang="nl-NL" sz="3000" dirty="0"/>
              <a:t> </a:t>
            </a:r>
          </a:p>
          <a:p>
            <a:pPr marL="0" indent="0">
              <a:buNone/>
            </a:pPr>
            <a:endParaRPr lang="nl-NL" sz="3600" dirty="0"/>
          </a:p>
          <a:p>
            <a:endParaRPr lang="nl-NL" sz="1900" dirty="0"/>
          </a:p>
          <a:p>
            <a:endParaRPr lang="en-GB" dirty="0"/>
          </a:p>
          <a:p>
            <a:pPr marL="457200" lvl="1" indent="0">
              <a:buNone/>
            </a:pPr>
            <a:endParaRPr lang="en-US" sz="2200" dirty="0"/>
          </a:p>
        </p:txBody>
      </p:sp>
      <p:sp>
        <p:nvSpPr>
          <p:cNvPr id="4" name="Slide Number Placeholder 3">
            <a:extLst>
              <a:ext uri="{FF2B5EF4-FFF2-40B4-BE49-F238E27FC236}">
                <a16:creationId xmlns:a16="http://schemas.microsoft.com/office/drawing/2014/main" id="{D095E314-9058-C04D-29A6-F23D5F093463}"/>
              </a:ext>
            </a:extLst>
          </p:cNvPr>
          <p:cNvSpPr>
            <a:spLocks noGrp="1"/>
          </p:cNvSpPr>
          <p:nvPr>
            <p:ph type="sldNum" sz="quarter" idx="12"/>
          </p:nvPr>
        </p:nvSpPr>
        <p:spPr/>
        <p:txBody>
          <a:bodyPr/>
          <a:lstStyle/>
          <a:p>
            <a:fld id="{CE693AF7-A2D4-1445-9772-D985A1DA188C}" type="slidenum">
              <a:rPr lang="nl-NL" smtClean="0"/>
              <a:t>3</a:t>
            </a:fld>
            <a:endParaRPr lang="nl-NL"/>
          </a:p>
        </p:txBody>
      </p:sp>
    </p:spTree>
    <p:extLst>
      <p:ext uri="{BB962C8B-B14F-4D97-AF65-F5344CB8AC3E}">
        <p14:creationId xmlns:p14="http://schemas.microsoft.com/office/powerpoint/2010/main" val="25353381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DC7088F-E5DF-AC39-62F9-A0742AB2C96D}"/>
            </a:ext>
          </a:extLst>
        </p:cNvPr>
        <p:cNvGrpSpPr/>
        <p:nvPr/>
      </p:nvGrpSpPr>
      <p:grpSpPr>
        <a:xfrm>
          <a:off x="0" y="0"/>
          <a:ext cx="0" cy="0"/>
          <a:chOff x="0" y="0"/>
          <a:chExt cx="0" cy="0"/>
        </a:xfrm>
      </p:grpSpPr>
      <p:sp>
        <p:nvSpPr>
          <p:cNvPr id="3" name="Tijdelijke aanduiding voor inhoud 2">
            <a:extLst>
              <a:ext uri="{FF2B5EF4-FFF2-40B4-BE49-F238E27FC236}">
                <a16:creationId xmlns:a16="http://schemas.microsoft.com/office/drawing/2014/main" id="{71636036-1E94-2B91-1430-95AABF537C80}"/>
              </a:ext>
            </a:extLst>
          </p:cNvPr>
          <p:cNvSpPr>
            <a:spLocks noGrp="1"/>
          </p:cNvSpPr>
          <p:nvPr>
            <p:ph idx="1"/>
          </p:nvPr>
        </p:nvSpPr>
        <p:spPr>
          <a:xfrm>
            <a:off x="838200" y="1856177"/>
            <a:ext cx="10756392" cy="4865298"/>
          </a:xfrm>
        </p:spPr>
        <p:txBody>
          <a:bodyPr>
            <a:normAutofit/>
          </a:bodyPr>
          <a:lstStyle/>
          <a:p>
            <a:pPr lvl="1"/>
            <a:r>
              <a:rPr lang="nl-NL" sz="3200" dirty="0"/>
              <a:t>Sample </a:t>
            </a:r>
            <a:r>
              <a:rPr lang="nl-NL" sz="3200" dirty="0" err="1"/>
              <a:t>size</a:t>
            </a:r>
            <a:r>
              <a:rPr lang="nl-NL" sz="3200" dirty="0"/>
              <a:t> </a:t>
            </a:r>
            <a:r>
              <a:rPr lang="nl-NL" sz="3200" dirty="0" err="1"/>
              <a:t>calculation</a:t>
            </a:r>
            <a:endParaRPr lang="nl-NL" sz="3200" dirty="0"/>
          </a:p>
          <a:p>
            <a:pPr lvl="1"/>
            <a:r>
              <a:rPr lang="nl-NL" sz="3200" dirty="0" err="1"/>
              <a:t>Choosing</a:t>
            </a:r>
            <a:r>
              <a:rPr lang="nl-NL" sz="3200" dirty="0"/>
              <a:t> &amp; </a:t>
            </a:r>
            <a:r>
              <a:rPr lang="nl-NL" sz="3200" dirty="0" err="1"/>
              <a:t>evaluating</a:t>
            </a:r>
            <a:r>
              <a:rPr lang="nl-NL" sz="3200" dirty="0"/>
              <a:t> </a:t>
            </a:r>
            <a:r>
              <a:rPr lang="nl-NL" sz="3200" dirty="0" err="1"/>
              <a:t>randomization</a:t>
            </a:r>
            <a:r>
              <a:rPr lang="nl-NL" sz="3200" dirty="0"/>
              <a:t> procedures</a:t>
            </a:r>
          </a:p>
          <a:p>
            <a:pPr lvl="1"/>
            <a:r>
              <a:rPr lang="nl-NL" sz="3200" dirty="0"/>
              <a:t>Non-</a:t>
            </a:r>
            <a:r>
              <a:rPr lang="nl-NL" sz="3200" dirty="0" err="1"/>
              <a:t>inferiority</a:t>
            </a:r>
            <a:r>
              <a:rPr lang="nl-NL" sz="3200" dirty="0"/>
              <a:t> </a:t>
            </a:r>
            <a:r>
              <a:rPr lang="nl-NL" sz="3200" dirty="0" err="1"/>
              <a:t>and</a:t>
            </a:r>
            <a:r>
              <a:rPr lang="nl-NL" sz="3200" dirty="0"/>
              <a:t> </a:t>
            </a:r>
            <a:r>
              <a:rPr lang="nl-NL" sz="3200" dirty="0" err="1"/>
              <a:t>other</a:t>
            </a:r>
            <a:r>
              <a:rPr lang="nl-NL" sz="3200" dirty="0"/>
              <a:t> </a:t>
            </a:r>
            <a:r>
              <a:rPr lang="nl-NL" sz="3200" dirty="0" err="1"/>
              <a:t>margin-based</a:t>
            </a:r>
            <a:r>
              <a:rPr lang="nl-NL" sz="3200" dirty="0"/>
              <a:t> designs</a:t>
            </a:r>
          </a:p>
          <a:p>
            <a:pPr lvl="1"/>
            <a:r>
              <a:rPr lang="nl-NL" sz="3200" dirty="0"/>
              <a:t>WIP: </a:t>
            </a:r>
            <a:r>
              <a:rPr lang="nl-NL" sz="3200" dirty="0" err="1"/>
              <a:t>Reproducible</a:t>
            </a:r>
            <a:r>
              <a:rPr lang="nl-NL" sz="3200" dirty="0"/>
              <a:t> research workflow</a:t>
            </a:r>
            <a:br>
              <a:rPr lang="nl-NL" sz="3200" dirty="0"/>
            </a:br>
            <a:endParaRPr lang="nl-NL" sz="1000" dirty="0"/>
          </a:p>
          <a:p>
            <a:endParaRPr lang="nl-NL" sz="1900" dirty="0"/>
          </a:p>
          <a:p>
            <a:endParaRPr lang="en-GB" dirty="0"/>
          </a:p>
          <a:p>
            <a:pPr marL="457200" lvl="1" indent="0">
              <a:buNone/>
            </a:pPr>
            <a:endParaRPr lang="en-US" sz="2200" dirty="0"/>
          </a:p>
        </p:txBody>
      </p:sp>
      <p:sp>
        <p:nvSpPr>
          <p:cNvPr id="4" name="Slide Number Placeholder 3">
            <a:extLst>
              <a:ext uri="{FF2B5EF4-FFF2-40B4-BE49-F238E27FC236}">
                <a16:creationId xmlns:a16="http://schemas.microsoft.com/office/drawing/2014/main" id="{A8B2050D-CA67-76AB-900E-DF5ED0A52D44}"/>
              </a:ext>
            </a:extLst>
          </p:cNvPr>
          <p:cNvSpPr>
            <a:spLocks noGrp="1"/>
          </p:cNvSpPr>
          <p:nvPr>
            <p:ph type="sldNum" sz="quarter" idx="12"/>
          </p:nvPr>
        </p:nvSpPr>
        <p:spPr/>
        <p:txBody>
          <a:bodyPr/>
          <a:lstStyle/>
          <a:p>
            <a:fld id="{CE693AF7-A2D4-1445-9772-D985A1DA188C}" type="slidenum">
              <a:rPr lang="nl-NL" smtClean="0"/>
              <a:t>4</a:t>
            </a:fld>
            <a:endParaRPr lang="nl-NL"/>
          </a:p>
        </p:txBody>
      </p:sp>
      <p:sp>
        <p:nvSpPr>
          <p:cNvPr id="6" name="Tijdelijke aanduiding voor inhoud 2">
            <a:extLst>
              <a:ext uri="{FF2B5EF4-FFF2-40B4-BE49-F238E27FC236}">
                <a16:creationId xmlns:a16="http://schemas.microsoft.com/office/drawing/2014/main" id="{F9DCBB08-9C5A-9C26-5D76-05C2A5433D9B}"/>
              </a:ext>
            </a:extLst>
          </p:cNvPr>
          <p:cNvSpPr txBox="1">
            <a:spLocks/>
          </p:cNvSpPr>
          <p:nvPr/>
        </p:nvSpPr>
        <p:spPr>
          <a:xfrm>
            <a:off x="838200" y="4734582"/>
            <a:ext cx="10756392" cy="162176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rgbClr val="FF7D00"/>
              </a:buClr>
              <a:buFont typeface="Arial" panose="020B0604020202020204" pitchFamily="34" charset="0"/>
              <a:buChar char="•"/>
              <a:defRPr sz="2800" kern="1200">
                <a:solidFill>
                  <a:srgbClr val="003183"/>
                </a:solidFill>
                <a:latin typeface="Outfit" pitchFamily="2" charset="0"/>
                <a:ea typeface="+mn-ea"/>
                <a:cs typeface="+mn-cs"/>
              </a:defRPr>
            </a:lvl1pPr>
            <a:lvl2pPr marL="685800" indent="-228600" algn="l" defTabSz="914400" rtl="0" eaLnBrk="1" latinLnBrk="0" hangingPunct="1">
              <a:lnSpc>
                <a:spcPct val="90000"/>
              </a:lnSpc>
              <a:spcBef>
                <a:spcPts val="500"/>
              </a:spcBef>
              <a:buClr>
                <a:srgbClr val="FF7D00"/>
              </a:buClr>
              <a:buFont typeface="Arial" panose="020B0604020202020204" pitchFamily="34" charset="0"/>
              <a:buChar char="•"/>
              <a:defRPr sz="2400" kern="1200">
                <a:solidFill>
                  <a:srgbClr val="003183"/>
                </a:solidFill>
                <a:latin typeface="Outfit" pitchFamily="2" charset="0"/>
                <a:ea typeface="+mn-ea"/>
                <a:cs typeface="+mn-cs"/>
              </a:defRPr>
            </a:lvl2pPr>
            <a:lvl3pPr marL="1143000" indent="-228600" algn="l" defTabSz="914400" rtl="0" eaLnBrk="1" latinLnBrk="0" hangingPunct="1">
              <a:lnSpc>
                <a:spcPct val="90000"/>
              </a:lnSpc>
              <a:spcBef>
                <a:spcPts val="500"/>
              </a:spcBef>
              <a:buClr>
                <a:srgbClr val="FF7D00"/>
              </a:buClr>
              <a:buFont typeface="Arial" panose="020B0604020202020204" pitchFamily="34" charset="0"/>
              <a:buChar char="•"/>
              <a:defRPr sz="2000" kern="1200">
                <a:solidFill>
                  <a:srgbClr val="003183"/>
                </a:solidFill>
                <a:latin typeface="Outfit" pitchFamily="2" charset="0"/>
                <a:ea typeface="+mn-ea"/>
                <a:cs typeface="+mn-cs"/>
              </a:defRPr>
            </a:lvl3pPr>
            <a:lvl4pPr marL="1600200" indent="-228600" algn="l" defTabSz="914400" rtl="0" eaLnBrk="1" latinLnBrk="0" hangingPunct="1">
              <a:lnSpc>
                <a:spcPct val="90000"/>
              </a:lnSpc>
              <a:spcBef>
                <a:spcPts val="500"/>
              </a:spcBef>
              <a:buClr>
                <a:srgbClr val="FF7D00"/>
              </a:buClr>
              <a:buFont typeface="Arial" panose="020B0604020202020204" pitchFamily="34" charset="0"/>
              <a:buChar char="•"/>
              <a:defRPr sz="1800" kern="1200">
                <a:solidFill>
                  <a:srgbClr val="003183"/>
                </a:solidFill>
                <a:latin typeface="Outfit" pitchFamily="2" charset="0"/>
                <a:ea typeface="+mn-ea"/>
                <a:cs typeface="+mn-cs"/>
              </a:defRPr>
            </a:lvl4pPr>
            <a:lvl5pPr marL="2057400" indent="-228600" algn="l" defTabSz="914400" rtl="0" eaLnBrk="1" latinLnBrk="0" hangingPunct="1">
              <a:lnSpc>
                <a:spcPct val="90000"/>
              </a:lnSpc>
              <a:spcBef>
                <a:spcPts val="500"/>
              </a:spcBef>
              <a:buClr>
                <a:srgbClr val="FF7D00"/>
              </a:buClr>
              <a:buFont typeface="Arial" panose="020B0604020202020204" pitchFamily="34" charset="0"/>
              <a:buChar char="•"/>
              <a:defRPr sz="1800" kern="1200">
                <a:solidFill>
                  <a:srgbClr val="003183"/>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3600" dirty="0"/>
              <a:t>Career advancement</a:t>
            </a:r>
          </a:p>
          <a:p>
            <a:pPr lvl="1"/>
            <a:r>
              <a:rPr lang="en-GB" sz="3200" dirty="0"/>
              <a:t>Tutorial papers → Research line</a:t>
            </a:r>
          </a:p>
          <a:p>
            <a:pPr lvl="1"/>
            <a:r>
              <a:rPr lang="en-GB" sz="3200" dirty="0"/>
              <a:t>Attracting more grants</a:t>
            </a:r>
          </a:p>
          <a:p>
            <a:pPr marL="457200" lvl="1" indent="0">
              <a:buFont typeface="Arial" panose="020B0604020202020204" pitchFamily="34" charset="0"/>
              <a:buNone/>
            </a:pPr>
            <a:endParaRPr lang="en-US" sz="2200" dirty="0"/>
          </a:p>
        </p:txBody>
      </p:sp>
      <p:sp>
        <p:nvSpPr>
          <p:cNvPr id="10" name="Titel 1">
            <a:extLst>
              <a:ext uri="{FF2B5EF4-FFF2-40B4-BE49-F238E27FC236}">
                <a16:creationId xmlns:a16="http://schemas.microsoft.com/office/drawing/2014/main" id="{D9BCA41C-89EB-E987-3F7B-6E6384E30664}"/>
              </a:ext>
            </a:extLst>
          </p:cNvPr>
          <p:cNvSpPr>
            <a:spLocks noGrp="1"/>
          </p:cNvSpPr>
          <p:nvPr>
            <p:ph type="title"/>
          </p:nvPr>
        </p:nvSpPr>
        <p:spPr>
          <a:xfrm>
            <a:off x="838200" y="365125"/>
            <a:ext cx="10515600" cy="1325563"/>
          </a:xfrm>
        </p:spPr>
        <p:txBody>
          <a:bodyPr/>
          <a:lstStyle/>
          <a:p>
            <a:r>
              <a:rPr lang="nl-NL" dirty="0" err="1"/>
              <a:t>Main</a:t>
            </a:r>
            <a:r>
              <a:rPr lang="nl-NL" dirty="0"/>
              <a:t> </a:t>
            </a:r>
            <a:r>
              <a:rPr lang="nl-NL" dirty="0" err="1"/>
              <a:t>activities</a:t>
            </a:r>
            <a:br>
              <a:rPr lang="nl-NL" dirty="0"/>
            </a:br>
            <a:r>
              <a:rPr lang="nl-NL" sz="3600" dirty="0" err="1"/>
              <a:t>Educational</a:t>
            </a:r>
            <a:r>
              <a:rPr lang="nl-NL" sz="3600" dirty="0"/>
              <a:t>/training module design</a:t>
            </a:r>
          </a:p>
        </p:txBody>
      </p:sp>
    </p:spTree>
    <p:extLst>
      <p:ext uri="{BB962C8B-B14F-4D97-AF65-F5344CB8AC3E}">
        <p14:creationId xmlns:p14="http://schemas.microsoft.com/office/powerpoint/2010/main" val="519345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4BC25-EC0B-7549-41DA-11480705435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5F0A8BD-9807-F5EB-09B8-40CEAAEE5713}"/>
              </a:ext>
            </a:extLst>
          </p:cNvPr>
          <p:cNvSpPr>
            <a:spLocks noGrp="1"/>
          </p:cNvSpPr>
          <p:nvPr>
            <p:ph type="title"/>
          </p:nvPr>
        </p:nvSpPr>
        <p:spPr/>
        <p:txBody>
          <a:bodyPr/>
          <a:lstStyle/>
          <a:p>
            <a:r>
              <a:rPr lang="nl-NL" dirty="0" err="1"/>
              <a:t>Proposal</a:t>
            </a:r>
            <a:r>
              <a:rPr lang="nl-NL" dirty="0"/>
              <a:t> </a:t>
            </a:r>
          </a:p>
        </p:txBody>
      </p:sp>
      <p:sp>
        <p:nvSpPr>
          <p:cNvPr id="3" name="Tijdelijke aanduiding voor inhoud 2">
            <a:extLst>
              <a:ext uri="{FF2B5EF4-FFF2-40B4-BE49-F238E27FC236}">
                <a16:creationId xmlns:a16="http://schemas.microsoft.com/office/drawing/2014/main" id="{C472D44F-438E-B2D8-718A-F3E7FB7F50EE}"/>
              </a:ext>
            </a:extLst>
          </p:cNvPr>
          <p:cNvSpPr>
            <a:spLocks noGrp="1"/>
          </p:cNvSpPr>
          <p:nvPr>
            <p:ph idx="1"/>
          </p:nvPr>
        </p:nvSpPr>
        <p:spPr>
          <a:xfrm>
            <a:off x="838200" y="1518249"/>
            <a:ext cx="10756392" cy="4865298"/>
          </a:xfrm>
        </p:spPr>
        <p:txBody>
          <a:bodyPr>
            <a:normAutofit/>
          </a:bodyPr>
          <a:lstStyle/>
          <a:p>
            <a:pPr marL="0" indent="0">
              <a:buNone/>
            </a:pPr>
            <a:r>
              <a:rPr lang="en-GB" dirty="0"/>
              <a:t>Open Research Design &amp; Analysis Skill Pack</a:t>
            </a:r>
          </a:p>
          <a:p>
            <a:pPr marL="0" indent="0">
              <a:buNone/>
            </a:pPr>
            <a:endParaRPr lang="en-GB" sz="1100" dirty="0"/>
          </a:p>
          <a:p>
            <a:pPr marL="0" indent="0">
              <a:buNone/>
            </a:pPr>
            <a:r>
              <a:rPr lang="en-GB" dirty="0"/>
              <a:t>Goal </a:t>
            </a:r>
          </a:p>
          <a:p>
            <a:pPr lvl="1"/>
            <a:r>
              <a:rPr lang="en-GB" dirty="0"/>
              <a:t>Open digital skill pack for medical students </a:t>
            </a:r>
          </a:p>
          <a:p>
            <a:pPr lvl="1"/>
            <a:r>
              <a:rPr lang="en-GB" dirty="0"/>
              <a:t>Experimental design + statistical reasoning + reproducible workflows </a:t>
            </a:r>
          </a:p>
          <a:p>
            <a:pPr lvl="1"/>
            <a:r>
              <a:rPr lang="en-GB" dirty="0"/>
              <a:t>Embedded in Medical statistics &amp; Clinical trials courses @UMCG </a:t>
            </a:r>
          </a:p>
          <a:p>
            <a:pPr marL="0" indent="0">
              <a:buNone/>
            </a:pPr>
            <a:r>
              <a:rPr lang="en-GB" dirty="0"/>
              <a:t>Why </a:t>
            </a:r>
          </a:p>
          <a:p>
            <a:pPr lvl="1"/>
            <a:r>
              <a:rPr lang="en-GB" dirty="0"/>
              <a:t>Gap between statistics teaching &amp; study design </a:t>
            </a:r>
          </a:p>
          <a:p>
            <a:pPr lvl="1"/>
            <a:r>
              <a:rPr lang="en-GB" dirty="0"/>
              <a:t>Limited understanding of validity, bias, power </a:t>
            </a:r>
          </a:p>
          <a:p>
            <a:pPr lvl="1"/>
            <a:r>
              <a:rPr lang="en-GB" dirty="0"/>
              <a:t>Need for interactive, simulation-based, clinically relevant learning </a:t>
            </a:r>
          </a:p>
          <a:p>
            <a:pPr marL="457200" lvl="1" indent="0">
              <a:buNone/>
            </a:pPr>
            <a:endParaRPr lang="en-US" sz="2200" dirty="0"/>
          </a:p>
        </p:txBody>
      </p:sp>
      <p:sp>
        <p:nvSpPr>
          <p:cNvPr id="4" name="Slide Number Placeholder 3">
            <a:extLst>
              <a:ext uri="{FF2B5EF4-FFF2-40B4-BE49-F238E27FC236}">
                <a16:creationId xmlns:a16="http://schemas.microsoft.com/office/drawing/2014/main" id="{753DCA9C-34C9-8B7F-F202-7BB730573E28}"/>
              </a:ext>
            </a:extLst>
          </p:cNvPr>
          <p:cNvSpPr>
            <a:spLocks noGrp="1"/>
          </p:cNvSpPr>
          <p:nvPr>
            <p:ph type="sldNum" sz="quarter" idx="12"/>
          </p:nvPr>
        </p:nvSpPr>
        <p:spPr/>
        <p:txBody>
          <a:bodyPr/>
          <a:lstStyle/>
          <a:p>
            <a:fld id="{CE693AF7-A2D4-1445-9772-D985A1DA188C}" type="slidenum">
              <a:rPr lang="nl-NL" smtClean="0"/>
              <a:t>5</a:t>
            </a:fld>
            <a:endParaRPr lang="nl-NL"/>
          </a:p>
        </p:txBody>
      </p:sp>
    </p:spTree>
    <p:extLst>
      <p:ext uri="{BB962C8B-B14F-4D97-AF65-F5344CB8AC3E}">
        <p14:creationId xmlns:p14="http://schemas.microsoft.com/office/powerpoint/2010/main" val="31843713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9FEF2D-F329-4B8C-5F6E-CAB3DCC650D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33EAD8CC-AB26-5176-51C8-55D071ECCF02}"/>
              </a:ext>
            </a:extLst>
          </p:cNvPr>
          <p:cNvSpPr>
            <a:spLocks noGrp="1"/>
          </p:cNvSpPr>
          <p:nvPr>
            <p:ph type="title"/>
          </p:nvPr>
        </p:nvSpPr>
        <p:spPr/>
        <p:txBody>
          <a:bodyPr/>
          <a:lstStyle/>
          <a:p>
            <a:r>
              <a:rPr lang="nl-NL" dirty="0" err="1"/>
              <a:t>Proposal</a:t>
            </a:r>
            <a:endParaRPr lang="nl-NL" dirty="0"/>
          </a:p>
        </p:txBody>
      </p:sp>
      <p:sp>
        <p:nvSpPr>
          <p:cNvPr id="3" name="Tijdelijke aanduiding voor inhoud 2">
            <a:extLst>
              <a:ext uri="{FF2B5EF4-FFF2-40B4-BE49-F238E27FC236}">
                <a16:creationId xmlns:a16="http://schemas.microsoft.com/office/drawing/2014/main" id="{34EDEBAA-BD43-B3C6-75BB-89F7C73D8120}"/>
              </a:ext>
            </a:extLst>
          </p:cNvPr>
          <p:cNvSpPr>
            <a:spLocks noGrp="1"/>
          </p:cNvSpPr>
          <p:nvPr>
            <p:ph idx="1"/>
          </p:nvPr>
        </p:nvSpPr>
        <p:spPr>
          <a:xfrm>
            <a:off x="838200" y="1518249"/>
            <a:ext cx="10756392" cy="4865298"/>
          </a:xfrm>
        </p:spPr>
        <p:txBody>
          <a:bodyPr>
            <a:normAutofit/>
          </a:bodyPr>
          <a:lstStyle/>
          <a:p>
            <a:pPr marL="0" indent="0">
              <a:buNone/>
            </a:pPr>
            <a:r>
              <a:rPr lang="en-US" dirty="0"/>
              <a:t>What</a:t>
            </a:r>
          </a:p>
          <a:p>
            <a:r>
              <a:rPr lang="en-US" dirty="0"/>
              <a:t>Interactive modules in </a:t>
            </a:r>
            <a:r>
              <a:rPr lang="en-US" dirty="0" err="1"/>
              <a:t>RMarkdown</a:t>
            </a:r>
            <a:r>
              <a:rPr lang="en-US" dirty="0"/>
              <a:t> &amp; Shiny </a:t>
            </a:r>
          </a:p>
          <a:p>
            <a:pPr lvl="1"/>
            <a:r>
              <a:rPr lang="en-US" dirty="0"/>
              <a:t>Foundational: sample size calculation (research lifecycle &amp; reproducibility, randomization)</a:t>
            </a:r>
          </a:p>
          <a:p>
            <a:pPr lvl="1"/>
            <a:r>
              <a:rPr lang="en-US" dirty="0"/>
              <a:t>(Advanced: non-inferiority/equivalence trials, missing data, multiplicity) </a:t>
            </a:r>
          </a:p>
          <a:p>
            <a:r>
              <a:rPr lang="en-US" dirty="0"/>
              <a:t>Outputs: </a:t>
            </a:r>
          </a:p>
          <a:p>
            <a:pPr lvl="1"/>
            <a:r>
              <a:rPr lang="en-US" dirty="0"/>
              <a:t>Simulation-based notebooks </a:t>
            </a:r>
          </a:p>
          <a:p>
            <a:pPr lvl="1"/>
            <a:r>
              <a:rPr lang="en-US" dirty="0"/>
              <a:t>Clinical case studies </a:t>
            </a:r>
          </a:p>
          <a:p>
            <a:pPr lvl="1"/>
            <a:r>
              <a:rPr lang="en-US" dirty="0"/>
              <a:t>Reproducible analysis templates </a:t>
            </a:r>
          </a:p>
          <a:p>
            <a:pPr lvl="1"/>
            <a:r>
              <a:rPr lang="en-US" dirty="0"/>
              <a:t>Educator guides</a:t>
            </a:r>
          </a:p>
        </p:txBody>
      </p:sp>
      <p:sp>
        <p:nvSpPr>
          <p:cNvPr id="4" name="Slide Number Placeholder 3">
            <a:extLst>
              <a:ext uri="{FF2B5EF4-FFF2-40B4-BE49-F238E27FC236}">
                <a16:creationId xmlns:a16="http://schemas.microsoft.com/office/drawing/2014/main" id="{B44C68F7-6A32-6EF0-0DD1-5D3D28DA1C54}"/>
              </a:ext>
            </a:extLst>
          </p:cNvPr>
          <p:cNvSpPr>
            <a:spLocks noGrp="1"/>
          </p:cNvSpPr>
          <p:nvPr>
            <p:ph type="sldNum" sz="quarter" idx="12"/>
          </p:nvPr>
        </p:nvSpPr>
        <p:spPr/>
        <p:txBody>
          <a:bodyPr/>
          <a:lstStyle/>
          <a:p>
            <a:fld id="{CE693AF7-A2D4-1445-9772-D985A1DA188C}" type="slidenum">
              <a:rPr lang="nl-NL" smtClean="0"/>
              <a:t>6</a:t>
            </a:fld>
            <a:endParaRPr lang="nl-NL"/>
          </a:p>
        </p:txBody>
      </p:sp>
    </p:spTree>
    <p:extLst>
      <p:ext uri="{BB962C8B-B14F-4D97-AF65-F5344CB8AC3E}">
        <p14:creationId xmlns:p14="http://schemas.microsoft.com/office/powerpoint/2010/main" val="19010572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4CB30-26A2-67EA-2743-DCBE050FD07D}"/>
              </a:ext>
            </a:extLst>
          </p:cNvPr>
          <p:cNvSpPr>
            <a:spLocks noGrp="1"/>
          </p:cNvSpPr>
          <p:nvPr>
            <p:ph type="title"/>
          </p:nvPr>
        </p:nvSpPr>
        <p:spPr/>
        <p:txBody>
          <a:bodyPr>
            <a:normAutofit/>
          </a:bodyPr>
          <a:lstStyle/>
          <a:p>
            <a:r>
              <a:rPr lang="en-GB" dirty="0"/>
              <a:t>Proposal</a:t>
            </a:r>
            <a:endParaRPr lang="en-NL" dirty="0"/>
          </a:p>
        </p:txBody>
      </p:sp>
      <p:sp>
        <p:nvSpPr>
          <p:cNvPr id="3" name="Content Placeholder 2">
            <a:extLst>
              <a:ext uri="{FF2B5EF4-FFF2-40B4-BE49-F238E27FC236}">
                <a16:creationId xmlns:a16="http://schemas.microsoft.com/office/drawing/2014/main" id="{0E79A9A2-07E1-0F1A-AE57-16030BAD20C0}"/>
              </a:ext>
            </a:extLst>
          </p:cNvPr>
          <p:cNvSpPr>
            <a:spLocks noGrp="1"/>
          </p:cNvSpPr>
          <p:nvPr>
            <p:ph idx="1"/>
          </p:nvPr>
        </p:nvSpPr>
        <p:spPr>
          <a:xfrm>
            <a:off x="838199" y="1825625"/>
            <a:ext cx="10798835" cy="4351338"/>
          </a:xfrm>
        </p:spPr>
        <p:txBody>
          <a:bodyPr/>
          <a:lstStyle/>
          <a:p>
            <a:pPr marL="0" indent="0">
              <a:buNone/>
            </a:pPr>
            <a:r>
              <a:rPr lang="en-GB" dirty="0"/>
              <a:t>Transformation in teaching &amp; learning</a:t>
            </a:r>
          </a:p>
          <a:p>
            <a:r>
              <a:rPr lang="en-GB" dirty="0"/>
              <a:t>Content delivery → facilitation of inquiry </a:t>
            </a:r>
          </a:p>
          <a:p>
            <a:r>
              <a:rPr lang="en-GB" dirty="0"/>
              <a:t>Integrates design, analysis &amp; reproducibility into one coherent learning process </a:t>
            </a:r>
          </a:p>
          <a:p>
            <a:r>
              <a:rPr lang="en-GB" dirty="0"/>
              <a:t>Closed assignments → targeted co-creation with student partners </a:t>
            </a:r>
          </a:p>
          <a:p>
            <a:r>
              <a:rPr lang="en-GB" dirty="0"/>
              <a:t>Embeds Open Education structurally in the curriculum</a:t>
            </a:r>
          </a:p>
          <a:p>
            <a:endParaRPr lang="en-NL" dirty="0"/>
          </a:p>
        </p:txBody>
      </p:sp>
      <p:sp>
        <p:nvSpPr>
          <p:cNvPr id="4" name="Slide Number Placeholder 3">
            <a:extLst>
              <a:ext uri="{FF2B5EF4-FFF2-40B4-BE49-F238E27FC236}">
                <a16:creationId xmlns:a16="http://schemas.microsoft.com/office/drawing/2014/main" id="{4053D2AE-5138-36CE-5A31-EA2F1AF1582B}"/>
              </a:ext>
            </a:extLst>
          </p:cNvPr>
          <p:cNvSpPr>
            <a:spLocks noGrp="1"/>
          </p:cNvSpPr>
          <p:nvPr>
            <p:ph type="sldNum" sz="quarter" idx="12"/>
          </p:nvPr>
        </p:nvSpPr>
        <p:spPr/>
        <p:txBody>
          <a:bodyPr/>
          <a:lstStyle/>
          <a:p>
            <a:fld id="{CE693AF7-A2D4-1445-9772-D985A1DA188C}" type="slidenum">
              <a:rPr lang="nl-NL" smtClean="0"/>
              <a:t>7</a:t>
            </a:fld>
            <a:endParaRPr lang="nl-NL"/>
          </a:p>
        </p:txBody>
      </p:sp>
    </p:spTree>
    <p:extLst>
      <p:ext uri="{BB962C8B-B14F-4D97-AF65-F5344CB8AC3E}">
        <p14:creationId xmlns:p14="http://schemas.microsoft.com/office/powerpoint/2010/main" val="33545044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35B01E-6658-61E2-C82D-BF8343FF3EC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0F21BB19-5840-D6F2-6F18-8C6B752ECF58}"/>
              </a:ext>
            </a:extLst>
          </p:cNvPr>
          <p:cNvSpPr>
            <a:spLocks noGrp="1"/>
          </p:cNvSpPr>
          <p:nvPr>
            <p:ph type="title"/>
          </p:nvPr>
        </p:nvSpPr>
        <p:spPr/>
        <p:txBody>
          <a:bodyPr/>
          <a:lstStyle/>
          <a:p>
            <a:r>
              <a:rPr lang="nl-NL" dirty="0" err="1"/>
              <a:t>Proposal</a:t>
            </a:r>
            <a:endParaRPr lang="nl-NL" dirty="0"/>
          </a:p>
        </p:txBody>
      </p:sp>
      <p:sp>
        <p:nvSpPr>
          <p:cNvPr id="3" name="Tijdelijke aanduiding voor inhoud 2">
            <a:extLst>
              <a:ext uri="{FF2B5EF4-FFF2-40B4-BE49-F238E27FC236}">
                <a16:creationId xmlns:a16="http://schemas.microsoft.com/office/drawing/2014/main" id="{33BDDCE9-08D7-48FB-81CC-2CF546620E66}"/>
              </a:ext>
            </a:extLst>
          </p:cNvPr>
          <p:cNvSpPr>
            <a:spLocks noGrp="1"/>
          </p:cNvSpPr>
          <p:nvPr>
            <p:ph idx="1"/>
          </p:nvPr>
        </p:nvSpPr>
        <p:spPr>
          <a:xfrm>
            <a:off x="838200" y="1518249"/>
            <a:ext cx="10756392" cy="4865298"/>
          </a:xfrm>
        </p:spPr>
        <p:txBody>
          <a:bodyPr>
            <a:normAutofit lnSpcReduction="10000"/>
          </a:bodyPr>
          <a:lstStyle/>
          <a:p>
            <a:pPr marL="0" indent="0">
              <a:buNone/>
            </a:pPr>
            <a:r>
              <a:rPr lang="en-GB" dirty="0"/>
              <a:t>Open Education fit</a:t>
            </a:r>
          </a:p>
          <a:p>
            <a:r>
              <a:rPr lang="en-GB" dirty="0"/>
              <a:t>Access </a:t>
            </a:r>
          </a:p>
          <a:p>
            <a:pPr lvl="1"/>
            <a:r>
              <a:rPr lang="en-GB" dirty="0"/>
              <a:t>openly licensed materials </a:t>
            </a:r>
          </a:p>
          <a:p>
            <a:pPr lvl="1"/>
            <a:r>
              <a:rPr lang="en-GB" dirty="0"/>
              <a:t>open-source tools </a:t>
            </a:r>
          </a:p>
          <a:p>
            <a:r>
              <a:rPr lang="en-GB" dirty="0"/>
              <a:t>Learner agency </a:t>
            </a:r>
          </a:p>
          <a:p>
            <a:pPr lvl="1"/>
            <a:r>
              <a:rPr lang="en-GB" dirty="0"/>
              <a:t>student co-creation workshops </a:t>
            </a:r>
          </a:p>
          <a:p>
            <a:pPr lvl="1"/>
            <a:r>
              <a:rPr lang="en-GB" dirty="0"/>
              <a:t>student-developed case studies </a:t>
            </a:r>
          </a:p>
          <a:p>
            <a:pPr lvl="1"/>
            <a:r>
              <a:rPr lang="en-GB" dirty="0"/>
              <a:t>student feedback on learning goals &amp; assessment clarity </a:t>
            </a:r>
          </a:p>
          <a:p>
            <a:r>
              <a:rPr lang="en-GB" dirty="0"/>
              <a:t>Public good </a:t>
            </a:r>
          </a:p>
          <a:p>
            <a:pPr lvl="1"/>
            <a:r>
              <a:rPr lang="en-GB" dirty="0"/>
              <a:t>reusable OER: research-methods courses, other institutions </a:t>
            </a:r>
          </a:p>
          <a:p>
            <a:pPr lvl="1"/>
            <a:r>
              <a:rPr lang="en-GB" dirty="0"/>
              <a:t>wider use across educators in medicine, public health, </a:t>
            </a:r>
            <a:br>
              <a:rPr lang="en-GB" dirty="0"/>
            </a:br>
            <a:r>
              <a:rPr lang="en-GB" dirty="0"/>
              <a:t>psych, life sciences</a:t>
            </a:r>
          </a:p>
          <a:p>
            <a:pPr marL="457200" lvl="1" indent="0">
              <a:buNone/>
            </a:pPr>
            <a:endParaRPr lang="en-US" sz="2200" dirty="0"/>
          </a:p>
        </p:txBody>
      </p:sp>
      <p:sp>
        <p:nvSpPr>
          <p:cNvPr id="4" name="Slide Number Placeholder 3">
            <a:extLst>
              <a:ext uri="{FF2B5EF4-FFF2-40B4-BE49-F238E27FC236}">
                <a16:creationId xmlns:a16="http://schemas.microsoft.com/office/drawing/2014/main" id="{B5C81D27-6A26-992D-117A-23AD824071DA}"/>
              </a:ext>
            </a:extLst>
          </p:cNvPr>
          <p:cNvSpPr>
            <a:spLocks noGrp="1"/>
          </p:cNvSpPr>
          <p:nvPr>
            <p:ph type="sldNum" sz="quarter" idx="12"/>
          </p:nvPr>
        </p:nvSpPr>
        <p:spPr/>
        <p:txBody>
          <a:bodyPr/>
          <a:lstStyle/>
          <a:p>
            <a:fld id="{CE693AF7-A2D4-1445-9772-D985A1DA188C}" type="slidenum">
              <a:rPr lang="nl-NL" smtClean="0"/>
              <a:t>8</a:t>
            </a:fld>
            <a:endParaRPr lang="nl-NL"/>
          </a:p>
        </p:txBody>
      </p:sp>
    </p:spTree>
    <p:extLst>
      <p:ext uri="{BB962C8B-B14F-4D97-AF65-F5344CB8AC3E}">
        <p14:creationId xmlns:p14="http://schemas.microsoft.com/office/powerpoint/2010/main" val="8307320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A8506-E64F-5250-6270-85670DEED35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75B1B0B-8A51-31EC-34F1-E2E338AC7241}"/>
              </a:ext>
            </a:extLst>
          </p:cNvPr>
          <p:cNvSpPr>
            <a:spLocks noGrp="1"/>
          </p:cNvSpPr>
          <p:nvPr>
            <p:ph type="title"/>
          </p:nvPr>
        </p:nvSpPr>
        <p:spPr/>
        <p:txBody>
          <a:bodyPr/>
          <a:lstStyle/>
          <a:p>
            <a:r>
              <a:rPr lang="nl-NL" dirty="0" err="1"/>
              <a:t>Proposal</a:t>
            </a:r>
            <a:endParaRPr lang="nl-NL" dirty="0"/>
          </a:p>
        </p:txBody>
      </p:sp>
      <p:sp>
        <p:nvSpPr>
          <p:cNvPr id="3" name="Tijdelijke aanduiding voor inhoud 2">
            <a:extLst>
              <a:ext uri="{FF2B5EF4-FFF2-40B4-BE49-F238E27FC236}">
                <a16:creationId xmlns:a16="http://schemas.microsoft.com/office/drawing/2014/main" id="{E7FD9E5B-06A6-318E-BF72-5B3BC606A110}"/>
              </a:ext>
            </a:extLst>
          </p:cNvPr>
          <p:cNvSpPr>
            <a:spLocks noGrp="1"/>
          </p:cNvSpPr>
          <p:nvPr>
            <p:ph idx="1"/>
          </p:nvPr>
        </p:nvSpPr>
        <p:spPr>
          <a:xfrm>
            <a:off x="838200" y="1518249"/>
            <a:ext cx="10756392" cy="4865298"/>
          </a:xfrm>
        </p:spPr>
        <p:txBody>
          <a:bodyPr>
            <a:normAutofit/>
          </a:bodyPr>
          <a:lstStyle/>
          <a:p>
            <a:pPr marL="0" indent="0">
              <a:buNone/>
            </a:pPr>
            <a:r>
              <a:rPr lang="en-GB" sz="3600" dirty="0"/>
              <a:t>Roles and governance</a:t>
            </a:r>
          </a:p>
          <a:p>
            <a:r>
              <a:rPr lang="en-GB" dirty="0"/>
              <a:t>Project lead: content + coordination</a:t>
            </a:r>
          </a:p>
          <a:p>
            <a:r>
              <a:rPr lang="en-GB" dirty="0"/>
              <a:t>Educational advisor: pedagogy + alignment with open education</a:t>
            </a:r>
          </a:p>
          <a:p>
            <a:r>
              <a:rPr lang="en-GB" dirty="0" err="1"/>
              <a:t>E-learning</a:t>
            </a:r>
            <a:r>
              <a:rPr lang="en-GB" dirty="0"/>
              <a:t> specialist: technical integration</a:t>
            </a:r>
          </a:p>
          <a:p>
            <a:r>
              <a:rPr lang="en-GB" dirty="0"/>
              <a:t>Student assistants (2): co-creation + evaluation</a:t>
            </a:r>
          </a:p>
        </p:txBody>
      </p:sp>
      <p:sp>
        <p:nvSpPr>
          <p:cNvPr id="4" name="Slide Number Placeholder 3">
            <a:extLst>
              <a:ext uri="{FF2B5EF4-FFF2-40B4-BE49-F238E27FC236}">
                <a16:creationId xmlns:a16="http://schemas.microsoft.com/office/drawing/2014/main" id="{8E32480E-9305-D117-225C-4EC671D6BCBE}"/>
              </a:ext>
            </a:extLst>
          </p:cNvPr>
          <p:cNvSpPr>
            <a:spLocks noGrp="1"/>
          </p:cNvSpPr>
          <p:nvPr>
            <p:ph type="sldNum" sz="quarter" idx="12"/>
          </p:nvPr>
        </p:nvSpPr>
        <p:spPr/>
        <p:txBody>
          <a:bodyPr/>
          <a:lstStyle/>
          <a:p>
            <a:fld id="{CE693AF7-A2D4-1445-9772-D985A1DA188C}" type="slidenum">
              <a:rPr lang="nl-NL" smtClean="0"/>
              <a:t>9</a:t>
            </a:fld>
            <a:endParaRPr lang="nl-NL"/>
          </a:p>
        </p:txBody>
      </p:sp>
    </p:spTree>
    <p:extLst>
      <p:ext uri="{BB962C8B-B14F-4D97-AF65-F5344CB8AC3E}">
        <p14:creationId xmlns:p14="http://schemas.microsoft.com/office/powerpoint/2010/main" val="2731043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4AB24-7A05-5B60-595D-5251A93D1F61}"/>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F5D4840-E74D-B231-FE4F-FE1388EE6E37}"/>
              </a:ext>
            </a:extLst>
          </p:cNvPr>
          <p:cNvSpPr>
            <a:spLocks noGrp="1"/>
          </p:cNvSpPr>
          <p:nvPr>
            <p:ph type="title"/>
          </p:nvPr>
        </p:nvSpPr>
        <p:spPr/>
        <p:txBody>
          <a:bodyPr/>
          <a:lstStyle/>
          <a:p>
            <a:r>
              <a:rPr lang="nl-NL" dirty="0" err="1"/>
              <a:t>Proposal</a:t>
            </a:r>
            <a:endParaRPr lang="nl-NL" dirty="0"/>
          </a:p>
        </p:txBody>
      </p:sp>
      <p:sp>
        <p:nvSpPr>
          <p:cNvPr id="4" name="Rectangle 1">
            <a:extLst>
              <a:ext uri="{FF2B5EF4-FFF2-40B4-BE49-F238E27FC236}">
                <a16:creationId xmlns:a16="http://schemas.microsoft.com/office/drawing/2014/main" id="{C4B62EDA-BAC3-64A6-006B-3A1402222CC2}"/>
              </a:ext>
            </a:extLst>
          </p:cNvPr>
          <p:cNvSpPr>
            <a:spLocks noGrp="1" noChangeArrowheads="1"/>
          </p:cNvSpPr>
          <p:nvPr>
            <p:ph idx="1"/>
          </p:nvPr>
        </p:nvSpPr>
        <p:spPr bwMode="auto">
          <a:xfrm>
            <a:off x="769188" y="1493234"/>
            <a:ext cx="10781581" cy="44319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NL" altLang="en-NL" i="0" u="none" strike="noStrike" cap="none" normalizeH="0" baseline="0" dirty="0">
                <a:ln>
                  <a:noFill/>
                </a:ln>
                <a:effectLst/>
              </a:rPr>
              <a:t>Implementation</a:t>
            </a:r>
            <a:r>
              <a:rPr kumimoji="0" lang="en-NL" altLang="en-NL" sz="2400" i="0" u="none" strike="noStrike" cap="none" normalizeH="0" baseline="0" dirty="0">
                <a:ln>
                  <a:noFill/>
                </a:ln>
                <a:effectLst/>
              </a:rPr>
              <a:t> </a:t>
            </a:r>
          </a:p>
          <a:p>
            <a:pPr lvl="1" eaLnBrk="0" fontAlgn="base" hangingPunct="0">
              <a:lnSpc>
                <a:spcPct val="100000"/>
              </a:lnSpc>
              <a:spcBef>
                <a:spcPct val="0"/>
              </a:spcBef>
              <a:spcAft>
                <a:spcPct val="0"/>
              </a:spcAft>
            </a:pPr>
            <a:r>
              <a:rPr kumimoji="0" lang="en-NL" altLang="en-NL" i="0" u="none" strike="noStrike" cap="none" normalizeH="0" baseline="0" dirty="0">
                <a:ln>
                  <a:noFill/>
                </a:ln>
                <a:effectLst/>
              </a:rPr>
              <a:t>6-month project </a:t>
            </a:r>
            <a:r>
              <a:rPr kumimoji="0" lang="en-US" altLang="en-NL" i="0" u="none" strike="noStrike" cap="none" normalizeH="0" baseline="0" dirty="0">
                <a:ln>
                  <a:noFill/>
                </a:ln>
                <a:effectLst/>
              </a:rPr>
              <a:t>(Aug 2026 – Feb 2027)</a:t>
            </a:r>
            <a:endParaRPr kumimoji="0" lang="en-NL" altLang="en-NL" i="0" u="none" strike="noStrike" cap="none" normalizeH="0" baseline="0" dirty="0">
              <a:ln>
                <a:noFill/>
              </a:ln>
              <a:effectLst/>
            </a:endParaRPr>
          </a:p>
          <a:p>
            <a:pPr lvl="1" eaLnBrk="0" fontAlgn="base" hangingPunct="0">
              <a:lnSpc>
                <a:spcPct val="100000"/>
              </a:lnSpc>
              <a:spcBef>
                <a:spcPct val="0"/>
              </a:spcBef>
              <a:spcAft>
                <a:spcPct val="0"/>
              </a:spcAft>
            </a:pPr>
            <a:r>
              <a:rPr kumimoji="0" lang="en-US" altLang="en-NL" i="0" u="none" strike="noStrike" cap="none" normalizeH="0" baseline="0" dirty="0">
                <a:ln>
                  <a:noFill/>
                </a:ln>
                <a:effectLst/>
              </a:rPr>
              <a:t>M</a:t>
            </a:r>
            <a:r>
              <a:rPr kumimoji="0" lang="en-NL" altLang="en-NL" i="0" u="none" strike="noStrike" cap="none" normalizeH="0" baseline="0" dirty="0" err="1">
                <a:ln>
                  <a:noFill/>
                </a:ln>
                <a:effectLst/>
              </a:rPr>
              <a:t>odule</a:t>
            </a:r>
            <a:r>
              <a:rPr kumimoji="0" lang="en-NL" altLang="en-NL" i="0" u="none" strike="noStrike" cap="none" normalizeH="0" baseline="0" dirty="0">
                <a:ln>
                  <a:noFill/>
                </a:ln>
                <a:effectLst/>
              </a:rPr>
              <a:t> development</a:t>
            </a:r>
            <a:r>
              <a:rPr lang="en-US" altLang="en-NL" dirty="0"/>
              <a:t>, </a:t>
            </a:r>
            <a:r>
              <a:rPr lang="en-NL" altLang="en-NL" dirty="0"/>
              <a:t>student co-creation</a:t>
            </a:r>
            <a:r>
              <a:rPr kumimoji="0" lang="en-NL" altLang="en-NL" i="0" u="none" strike="noStrike" cap="none" normalizeH="0" baseline="0" dirty="0">
                <a:ln>
                  <a:noFill/>
                </a:ln>
                <a:effectLst/>
              </a:rPr>
              <a:t> </a:t>
            </a:r>
            <a:r>
              <a:rPr lang="en-GB" dirty="0"/>
              <a:t>→</a:t>
            </a:r>
            <a:r>
              <a:rPr kumimoji="0" lang="en-NL" altLang="en-NL" i="0" u="none" strike="noStrike" cap="none" normalizeH="0" baseline="0" dirty="0">
                <a:ln>
                  <a:noFill/>
                </a:ln>
                <a:effectLst/>
              </a:rPr>
              <a:t> pilot </a:t>
            </a:r>
            <a:r>
              <a:rPr lang="en-GB" dirty="0"/>
              <a:t>→</a:t>
            </a:r>
            <a:r>
              <a:rPr kumimoji="0" lang="en-NL" altLang="en-NL" i="0" u="none" strike="noStrike" cap="none" normalizeH="0" baseline="0" dirty="0">
                <a:ln>
                  <a:noFill/>
                </a:ln>
                <a:effectLst/>
              </a:rPr>
              <a:t> refinement </a:t>
            </a:r>
            <a:r>
              <a:rPr lang="en-GB" dirty="0"/>
              <a:t>→</a:t>
            </a:r>
            <a:r>
              <a:rPr kumimoji="0" lang="en-NL" altLang="en-NL" i="0" u="none" strike="noStrike" cap="none" normalizeH="0" baseline="0" dirty="0">
                <a:ln>
                  <a:noFill/>
                </a:ln>
                <a:effectLst/>
              </a:rPr>
              <a:t> OER release </a:t>
            </a:r>
          </a:p>
          <a:p>
            <a:pPr lvl="1" eaLnBrk="0" fontAlgn="base" hangingPunct="0">
              <a:lnSpc>
                <a:spcPct val="100000"/>
              </a:lnSpc>
              <a:spcBef>
                <a:spcPct val="0"/>
              </a:spcBef>
              <a:spcAft>
                <a:spcPct val="0"/>
              </a:spcAft>
            </a:pPr>
            <a:r>
              <a:rPr kumimoji="0" lang="en-NL" altLang="en-NL" i="0" u="none" strike="noStrike" cap="none" normalizeH="0" baseline="0" dirty="0">
                <a:ln>
                  <a:noFill/>
                </a:ln>
                <a:effectLst/>
              </a:rPr>
              <a:t>Pilot in regular curriculum with 20–25 medical students</a:t>
            </a:r>
            <a:r>
              <a:rPr kumimoji="0" lang="en-US" altLang="en-NL" i="0" u="none" strike="noStrike" cap="none" normalizeH="0" baseline="0" dirty="0">
                <a:ln>
                  <a:noFill/>
                </a:ln>
                <a:effectLst/>
              </a:rPr>
              <a:t>: Dec 18</a:t>
            </a:r>
            <a:br>
              <a:rPr kumimoji="0" lang="en-US" altLang="en-NL" i="0" u="none" strike="noStrike" cap="none" normalizeH="0" baseline="0" dirty="0">
                <a:ln>
                  <a:noFill/>
                </a:ln>
                <a:effectLst/>
              </a:rPr>
            </a:br>
            <a:endParaRPr kumimoji="0" lang="en-US" altLang="en-NL" sz="1000" i="0" u="none" strike="noStrike" cap="none" normalizeH="0" baseline="0" dirty="0">
              <a:ln>
                <a:noFill/>
              </a:ln>
              <a:effectLst/>
            </a:endParaRPr>
          </a:p>
          <a:p>
            <a:pPr marL="0" indent="0" eaLnBrk="0" fontAlgn="base" hangingPunct="0">
              <a:lnSpc>
                <a:spcPct val="100000"/>
              </a:lnSpc>
              <a:spcBef>
                <a:spcPct val="0"/>
              </a:spcBef>
              <a:spcAft>
                <a:spcPct val="0"/>
              </a:spcAft>
              <a:buNone/>
            </a:pPr>
            <a:r>
              <a:rPr kumimoji="0" lang="en-US" altLang="en-NL" i="0" u="none" strike="noStrike" cap="none" normalizeH="0" baseline="0" dirty="0">
                <a:ln>
                  <a:noFill/>
                </a:ln>
                <a:effectLst/>
              </a:rPr>
              <a:t>U</a:t>
            </a:r>
            <a:r>
              <a:rPr kumimoji="0" lang="en-NL" altLang="en-NL" i="0" u="none" strike="noStrike" cap="none" normalizeH="0" baseline="0" dirty="0" err="1">
                <a:ln>
                  <a:noFill/>
                </a:ln>
                <a:effectLst/>
              </a:rPr>
              <a:t>sability</a:t>
            </a:r>
            <a:r>
              <a:rPr kumimoji="0" lang="en-US" altLang="en-NL" i="0" u="none" strike="noStrike" cap="none" normalizeH="0" baseline="0" dirty="0">
                <a:ln>
                  <a:noFill/>
                </a:ln>
                <a:effectLst/>
              </a:rPr>
              <a:t> &amp; evaluation</a:t>
            </a:r>
          </a:p>
          <a:p>
            <a:pPr lvl="1" eaLnBrk="0" fontAlgn="base" hangingPunct="0">
              <a:lnSpc>
                <a:spcPct val="100000"/>
              </a:lnSpc>
              <a:spcBef>
                <a:spcPct val="0"/>
              </a:spcBef>
              <a:spcAft>
                <a:spcPct val="0"/>
              </a:spcAft>
            </a:pPr>
            <a:r>
              <a:rPr lang="en-US" altLang="en-NL" dirty="0"/>
              <a:t>E</a:t>
            </a:r>
            <a:r>
              <a:rPr kumimoji="0" lang="en-NL" altLang="en-NL" i="0" u="none" strike="noStrike" cap="none" normalizeH="0" baseline="0" dirty="0" err="1">
                <a:ln>
                  <a:noFill/>
                </a:ln>
                <a:effectLst/>
              </a:rPr>
              <a:t>ngagement</a:t>
            </a:r>
            <a:r>
              <a:rPr kumimoji="0" lang="en-NL" altLang="en-NL" i="0" u="none" strike="noStrike" cap="none" normalizeH="0" baseline="0" dirty="0">
                <a:ln>
                  <a:noFill/>
                </a:ln>
                <a:effectLst/>
              </a:rPr>
              <a:t> </a:t>
            </a:r>
            <a:r>
              <a:rPr kumimoji="0" lang="en-US" altLang="en-NL" i="0" u="none" strike="noStrike" cap="none" normalizeH="0" baseline="0" dirty="0">
                <a:ln>
                  <a:noFill/>
                </a:ln>
                <a:effectLst/>
              </a:rPr>
              <a:t>(</a:t>
            </a:r>
            <a:r>
              <a:rPr kumimoji="0" lang="en-GB" altLang="en-NL" i="0" u="none" strike="noStrike" cap="none" normalizeH="0" baseline="0" dirty="0">
                <a:ln>
                  <a:noFill/>
                </a:ln>
                <a:effectLst/>
              </a:rPr>
              <a:t>e</a:t>
            </a:r>
            <a:r>
              <a:rPr lang="en-GB" dirty="0"/>
              <a:t>.g., completion rates &amp; time-on-task)</a:t>
            </a:r>
            <a:endParaRPr lang="en-US" altLang="en-NL" dirty="0"/>
          </a:p>
          <a:p>
            <a:pPr lvl="1" eaLnBrk="0" fontAlgn="base" hangingPunct="0">
              <a:lnSpc>
                <a:spcPct val="100000"/>
              </a:lnSpc>
              <a:spcBef>
                <a:spcPct val="0"/>
              </a:spcBef>
              <a:spcAft>
                <a:spcPct val="0"/>
              </a:spcAft>
            </a:pPr>
            <a:r>
              <a:rPr lang="en-GB" dirty="0"/>
              <a:t>Clarity of content &amp; instructions (student feedback)</a:t>
            </a:r>
          </a:p>
          <a:p>
            <a:pPr lvl="1" eaLnBrk="0" fontAlgn="base" hangingPunct="0">
              <a:lnSpc>
                <a:spcPct val="100000"/>
              </a:lnSpc>
              <a:spcBef>
                <a:spcPct val="0"/>
              </a:spcBef>
              <a:spcAft>
                <a:spcPct val="0"/>
              </a:spcAft>
            </a:pPr>
            <a:r>
              <a:rPr lang="en-GB" dirty="0"/>
              <a:t>Learning outcomes (performance on case-based design tasks)</a:t>
            </a:r>
          </a:p>
          <a:p>
            <a:pPr lvl="1" eaLnBrk="0" fontAlgn="base" hangingPunct="0">
              <a:lnSpc>
                <a:spcPct val="100000"/>
              </a:lnSpc>
              <a:spcBef>
                <a:spcPct val="0"/>
              </a:spcBef>
              <a:spcAft>
                <a:spcPct val="0"/>
              </a:spcAft>
            </a:pPr>
            <a:r>
              <a:rPr lang="en-GB" dirty="0"/>
              <a:t>Student ownership of learning (perceived influence &amp; contribution)</a:t>
            </a:r>
          </a:p>
          <a:p>
            <a:pPr lvl="1" eaLnBrk="0" fontAlgn="base" hangingPunct="0">
              <a:lnSpc>
                <a:spcPct val="100000"/>
              </a:lnSpc>
              <a:spcBef>
                <a:spcPct val="0"/>
              </a:spcBef>
              <a:spcAft>
                <a:spcPct val="0"/>
              </a:spcAft>
            </a:pPr>
            <a:r>
              <a:rPr lang="en-GB" dirty="0"/>
              <a:t>Quality of reproducible workflows (transparency &amp; structure of outputs)</a:t>
            </a:r>
            <a:endParaRPr kumimoji="0" lang="en-NL" altLang="en-NL" i="0" u="none" strike="noStrike" cap="none" normalizeH="0" baseline="0" dirty="0">
              <a:ln>
                <a:noFill/>
              </a:ln>
              <a:effectLst/>
            </a:endParaRPr>
          </a:p>
        </p:txBody>
      </p:sp>
      <p:sp>
        <p:nvSpPr>
          <p:cNvPr id="7" name="Slide Number Placeholder 6">
            <a:extLst>
              <a:ext uri="{FF2B5EF4-FFF2-40B4-BE49-F238E27FC236}">
                <a16:creationId xmlns:a16="http://schemas.microsoft.com/office/drawing/2014/main" id="{0FD7AF8F-9B42-4ABF-AC04-49578C661E41}"/>
              </a:ext>
            </a:extLst>
          </p:cNvPr>
          <p:cNvSpPr>
            <a:spLocks noGrp="1"/>
          </p:cNvSpPr>
          <p:nvPr>
            <p:ph type="sldNum" sz="quarter" idx="12"/>
          </p:nvPr>
        </p:nvSpPr>
        <p:spPr/>
        <p:txBody>
          <a:bodyPr/>
          <a:lstStyle/>
          <a:p>
            <a:fld id="{CE693AF7-A2D4-1445-9772-D985A1DA188C}" type="slidenum">
              <a:rPr lang="nl-NL" smtClean="0"/>
              <a:t>10</a:t>
            </a:fld>
            <a:endParaRPr lang="nl-NL"/>
          </a:p>
        </p:txBody>
      </p:sp>
    </p:spTree>
    <p:extLst>
      <p:ext uri="{BB962C8B-B14F-4D97-AF65-F5344CB8AC3E}">
        <p14:creationId xmlns:p14="http://schemas.microsoft.com/office/powerpoint/2010/main" val="10122997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F7D210-C7A0-92D2-50A1-72A4A166ED1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BBB74CD6-6A44-CD50-86FA-A60E95338676}"/>
              </a:ext>
            </a:extLst>
          </p:cNvPr>
          <p:cNvSpPr>
            <a:spLocks noGrp="1"/>
          </p:cNvSpPr>
          <p:nvPr>
            <p:ph type="title"/>
          </p:nvPr>
        </p:nvSpPr>
        <p:spPr/>
        <p:txBody>
          <a:bodyPr/>
          <a:lstStyle/>
          <a:p>
            <a:r>
              <a:rPr lang="nl-NL" dirty="0" err="1"/>
              <a:t>Proposal</a:t>
            </a:r>
            <a:endParaRPr lang="nl-NL" dirty="0"/>
          </a:p>
        </p:txBody>
      </p:sp>
      <p:sp>
        <p:nvSpPr>
          <p:cNvPr id="4" name="Rectangle 1">
            <a:extLst>
              <a:ext uri="{FF2B5EF4-FFF2-40B4-BE49-F238E27FC236}">
                <a16:creationId xmlns:a16="http://schemas.microsoft.com/office/drawing/2014/main" id="{20E70BC3-7146-812C-4FCC-D042263241F6}"/>
              </a:ext>
            </a:extLst>
          </p:cNvPr>
          <p:cNvSpPr>
            <a:spLocks noGrp="1" noChangeArrowheads="1"/>
          </p:cNvSpPr>
          <p:nvPr>
            <p:ph idx="1"/>
          </p:nvPr>
        </p:nvSpPr>
        <p:spPr bwMode="auto">
          <a:xfrm>
            <a:off x="769189" y="1445893"/>
            <a:ext cx="9418608" cy="464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ClrTx/>
              <a:buNone/>
            </a:pPr>
            <a:r>
              <a:rPr kumimoji="0" lang="en-US" altLang="en-NL" i="0" u="none" strike="noStrike" cap="none" normalizeH="0" baseline="0" dirty="0">
                <a:ln>
                  <a:noFill/>
                </a:ln>
                <a:effectLst/>
              </a:rPr>
              <a:t>Sharing &amp; sustainability</a:t>
            </a:r>
          </a:p>
          <a:p>
            <a:pPr lvl="1" eaLnBrk="0" fontAlgn="base" hangingPunct="0">
              <a:lnSpc>
                <a:spcPct val="100000"/>
              </a:lnSpc>
              <a:spcBef>
                <a:spcPct val="0"/>
              </a:spcBef>
              <a:spcAft>
                <a:spcPct val="0"/>
              </a:spcAft>
            </a:pPr>
            <a:r>
              <a:rPr kumimoji="0" lang="en-US" altLang="en-NL" sz="2400" i="0" u="none" strike="noStrike" cap="none" normalizeH="0" baseline="0" dirty="0">
                <a:ln>
                  <a:noFill/>
                </a:ln>
                <a:effectLst/>
              </a:rPr>
              <a:t>CC BY 4.0</a:t>
            </a:r>
            <a:br>
              <a:rPr kumimoji="0" lang="en-US" altLang="en-NL" sz="2400" i="0" u="none" strike="noStrike" cap="none" normalizeH="0" baseline="0" dirty="0">
                <a:ln>
                  <a:noFill/>
                </a:ln>
                <a:effectLst/>
              </a:rPr>
            </a:br>
            <a:endParaRPr kumimoji="0" lang="en-US" altLang="en-NL" sz="1000" i="0" u="none" strike="noStrike" cap="none" normalizeH="0" baseline="0" dirty="0">
              <a:ln>
                <a:noFill/>
              </a:ln>
              <a:effectLst/>
            </a:endParaRPr>
          </a:p>
          <a:p>
            <a:pPr marL="0" indent="0" eaLnBrk="0" fontAlgn="base" hangingPunct="0">
              <a:lnSpc>
                <a:spcPct val="100000"/>
              </a:lnSpc>
              <a:spcBef>
                <a:spcPct val="0"/>
              </a:spcBef>
              <a:spcAft>
                <a:spcPct val="0"/>
              </a:spcAft>
              <a:buNone/>
            </a:pPr>
            <a:r>
              <a:rPr lang="en-US" altLang="en-NL" dirty="0"/>
              <a:t>Sharing via</a:t>
            </a:r>
            <a:endParaRPr kumimoji="0" lang="en-US" altLang="en-NL" i="0" u="none" strike="noStrike" cap="none" normalizeH="0" baseline="0" dirty="0">
              <a:ln>
                <a:noFill/>
              </a:ln>
              <a:effectLst/>
            </a:endParaRPr>
          </a:p>
          <a:p>
            <a:pPr lvl="1" eaLnBrk="0" fontAlgn="base" hangingPunct="0">
              <a:lnSpc>
                <a:spcPct val="100000"/>
              </a:lnSpc>
              <a:spcBef>
                <a:spcPct val="0"/>
              </a:spcBef>
              <a:spcAft>
                <a:spcPct val="0"/>
              </a:spcAft>
            </a:pPr>
            <a:r>
              <a:rPr lang="en-US" altLang="en-NL" dirty="0" err="1"/>
              <a:t>SURFsharekit</a:t>
            </a:r>
            <a:endParaRPr lang="en-US" altLang="en-NL" dirty="0"/>
          </a:p>
          <a:p>
            <a:pPr lvl="1" eaLnBrk="0" fontAlgn="base" hangingPunct="0">
              <a:lnSpc>
                <a:spcPct val="100000"/>
              </a:lnSpc>
              <a:spcBef>
                <a:spcPct val="0"/>
              </a:spcBef>
              <a:spcAft>
                <a:spcPct val="0"/>
              </a:spcAft>
            </a:pPr>
            <a:r>
              <a:rPr lang="en-US" altLang="en-NL" dirty="0"/>
              <a:t>MedischOnderwijs.nl</a:t>
            </a:r>
          </a:p>
          <a:p>
            <a:pPr lvl="1" eaLnBrk="0" fontAlgn="base" hangingPunct="0">
              <a:lnSpc>
                <a:spcPct val="100000"/>
              </a:lnSpc>
              <a:spcBef>
                <a:spcPct val="0"/>
              </a:spcBef>
              <a:spcAft>
                <a:spcPct val="0"/>
              </a:spcAft>
            </a:pPr>
            <a:r>
              <a:rPr lang="en-US" altLang="en-NL" dirty="0"/>
              <a:t>GitHub, Posit (shinyapps.io)</a:t>
            </a:r>
          </a:p>
          <a:p>
            <a:pPr lvl="1" eaLnBrk="0" fontAlgn="base" hangingPunct="0">
              <a:lnSpc>
                <a:spcPct val="100000"/>
              </a:lnSpc>
              <a:spcBef>
                <a:spcPct val="0"/>
              </a:spcBef>
              <a:spcAft>
                <a:spcPct val="0"/>
              </a:spcAft>
            </a:pPr>
            <a:r>
              <a:rPr kumimoji="0" lang="en-US" altLang="en-NL" sz="2400" i="0" u="none" strike="noStrike" cap="none" normalizeH="0" baseline="0" dirty="0">
                <a:ln>
                  <a:noFill/>
                </a:ln>
                <a:effectLst/>
              </a:rPr>
              <a:t>Annual updating within teaching team, Innovation HUB</a:t>
            </a:r>
          </a:p>
          <a:p>
            <a:pPr lvl="1" eaLnBrk="0" fontAlgn="base" hangingPunct="0">
              <a:lnSpc>
                <a:spcPct val="100000"/>
              </a:lnSpc>
              <a:spcBef>
                <a:spcPct val="0"/>
              </a:spcBef>
              <a:spcAft>
                <a:spcPct val="0"/>
              </a:spcAft>
            </a:pPr>
            <a:r>
              <a:rPr kumimoji="0" lang="en-US" altLang="en-NL" sz="2400" i="0" u="none" strike="noStrike" cap="none" normalizeH="0" baseline="0" dirty="0">
                <a:ln>
                  <a:noFill/>
                </a:ln>
                <a:effectLst/>
              </a:rPr>
              <a:t>Structural embedding in curriculum</a:t>
            </a:r>
            <a:br>
              <a:rPr kumimoji="0" lang="en-US" altLang="en-NL" sz="2400" i="0" u="none" strike="noStrike" cap="none" normalizeH="0" baseline="0" dirty="0">
                <a:ln>
                  <a:noFill/>
                </a:ln>
                <a:effectLst/>
              </a:rPr>
            </a:br>
            <a:endParaRPr kumimoji="0" lang="en-US" altLang="en-NL" sz="1000" i="0" u="none" strike="noStrike" cap="none" normalizeH="0" baseline="0" dirty="0">
              <a:ln>
                <a:noFill/>
              </a:ln>
              <a:effectLst/>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NL" i="0" u="none" strike="noStrike" cap="none" normalizeH="0" baseline="0" dirty="0">
                <a:ln>
                  <a:noFill/>
                </a:ln>
                <a:effectLst/>
              </a:rPr>
              <a:t>Budget</a:t>
            </a:r>
          </a:p>
          <a:p>
            <a:pPr lvl="1" eaLnBrk="0" fontAlgn="base" hangingPunct="0">
              <a:lnSpc>
                <a:spcPct val="100000"/>
              </a:lnSpc>
              <a:spcBef>
                <a:spcPct val="0"/>
              </a:spcBef>
              <a:spcAft>
                <a:spcPct val="0"/>
              </a:spcAft>
            </a:pPr>
            <a:r>
              <a:rPr lang="en-US" altLang="en-NL" dirty="0"/>
              <a:t>Total requested: €19.885</a:t>
            </a:r>
          </a:p>
          <a:p>
            <a:pPr lvl="1" eaLnBrk="0" fontAlgn="base" hangingPunct="0">
              <a:lnSpc>
                <a:spcPct val="100000"/>
              </a:lnSpc>
              <a:spcBef>
                <a:spcPct val="0"/>
              </a:spcBef>
              <a:spcAft>
                <a:spcPct val="0"/>
              </a:spcAft>
            </a:pPr>
            <a:r>
              <a:rPr lang="en-US" altLang="en-NL" dirty="0"/>
              <a:t>Personnel: €17.360 + Other costs: €2.525</a:t>
            </a:r>
            <a:endParaRPr kumimoji="0" lang="en-NL" altLang="en-NL" i="0" u="none" strike="noStrike" cap="none" normalizeH="0" baseline="0" dirty="0">
              <a:ln>
                <a:noFill/>
              </a:ln>
              <a:effectLst/>
            </a:endParaRPr>
          </a:p>
        </p:txBody>
      </p:sp>
      <p:sp>
        <p:nvSpPr>
          <p:cNvPr id="6" name="Slide Number Placeholder 5">
            <a:extLst>
              <a:ext uri="{FF2B5EF4-FFF2-40B4-BE49-F238E27FC236}">
                <a16:creationId xmlns:a16="http://schemas.microsoft.com/office/drawing/2014/main" id="{52B0CB87-8F03-AFBD-59E7-8D591EA7A9E9}"/>
              </a:ext>
            </a:extLst>
          </p:cNvPr>
          <p:cNvSpPr>
            <a:spLocks noGrp="1"/>
          </p:cNvSpPr>
          <p:nvPr>
            <p:ph type="sldNum" sz="quarter" idx="12"/>
          </p:nvPr>
        </p:nvSpPr>
        <p:spPr/>
        <p:txBody>
          <a:bodyPr/>
          <a:lstStyle/>
          <a:p>
            <a:fld id="{CE693AF7-A2D4-1445-9772-D985A1DA188C}" type="slidenum">
              <a:rPr lang="nl-NL" smtClean="0"/>
              <a:t>11</a:t>
            </a:fld>
            <a:endParaRPr lang="nl-NL"/>
          </a:p>
        </p:txBody>
      </p:sp>
    </p:spTree>
    <p:extLst>
      <p:ext uri="{BB962C8B-B14F-4D97-AF65-F5344CB8AC3E}">
        <p14:creationId xmlns:p14="http://schemas.microsoft.com/office/powerpoint/2010/main" val="2752140466"/>
      </p:ext>
    </p:extLst>
  </p:cSld>
  <p:clrMapOvr>
    <a:masterClrMapping/>
  </p:clrMapOvr>
</p:sld>
</file>

<file path=ppt/theme/theme1.xml><?xml version="1.0" encoding="utf-8"?>
<a:theme xmlns:a="http://schemas.openxmlformats.org/drawingml/2006/main" name="Slides donkerblauw">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e3" id="{68590845-CD18-7D44-A468-97519C96ABED}" vid="{44BB237C-F3A0-3646-BA7D-6A73D81D5B16}"/>
    </a:ext>
  </a:extLst>
</a:theme>
</file>

<file path=ppt/theme/theme2.xml><?xml version="1.0" encoding="utf-8"?>
<a:theme xmlns:a="http://schemas.openxmlformats.org/drawingml/2006/main" name="Slides lichtblauw">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e3" id="{68590845-CD18-7D44-A468-97519C96ABED}" vid="{FFD3761C-DF5E-934A-9B10-ABA849B44204}"/>
    </a:ext>
  </a:extLst>
</a:theme>
</file>

<file path=ppt/theme/theme3.xml><?xml version="1.0" encoding="utf-8"?>
<a:theme xmlns:a="http://schemas.openxmlformats.org/drawingml/2006/main" name="Slides lichtoranj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e3" id="{68590845-CD18-7D44-A468-97519C96ABED}" vid="{B375F8EF-AD34-1448-B5FC-19585427B90C}"/>
    </a:ext>
  </a:extLst>
</a:theme>
</file>

<file path=ppt/theme/theme4.xml><?xml version="1.0" encoding="utf-8"?>
<a:theme xmlns:a="http://schemas.openxmlformats.org/drawingml/2006/main" name="Titelslide donkerblauw">
  <a:themeElements>
    <a:clrScheme name="UMCG 25">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e3" id="{68590845-CD18-7D44-A468-97519C96ABED}" vid="{1C941E68-E6A7-B941-B26D-4249BDE96F0A}"/>
    </a:ext>
  </a:extLst>
</a:theme>
</file>

<file path=ppt/theme/theme5.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6611dc6c-5370-4c67-afca-c99c817716be">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E4D55E6496CE6489485ADA3BB48570D" ma:contentTypeVersion="11" ma:contentTypeDescription="Een nieuw document maken." ma:contentTypeScope="" ma:versionID="96dcf67c2f84e2bc8dda7e615c141961">
  <xsd:schema xmlns:xsd="http://www.w3.org/2001/XMLSchema" xmlns:xs="http://www.w3.org/2001/XMLSchema" xmlns:p="http://schemas.microsoft.com/office/2006/metadata/properties" xmlns:ns2="6611dc6c-5370-4c67-afca-c99c817716be" targetNamespace="http://schemas.microsoft.com/office/2006/metadata/properties" ma:root="true" ma:fieldsID="d24e5f397110b66f7143cc27bc669118" ns2:_="">
    <xsd:import namespace="6611dc6c-5370-4c67-afca-c99c817716b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lcf76f155ced4ddcb4097134ff3c332f"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11dc6c-5370-4c67-afca-c99c817716b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lcf76f155ced4ddcb4097134ff3c332f" ma:index="16" nillable="true" ma:taxonomy="true" ma:internalName="lcf76f155ced4ddcb4097134ff3c332f" ma:taxonomyFieldName="MediaServiceImageTags" ma:displayName="Afbeeldingtags" ma:readOnly="false" ma:fieldId="{5cf76f15-5ced-4ddc-b409-7134ff3c332f}" ma:taxonomyMulti="true" ma:sspId="135eabb5-a18a-4215-84c6-3aa8d4454c81"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E301B7A-1099-43E9-A60A-64B134B77828}">
  <ds:schemaRefs>
    <ds:schemaRef ds:uri="http://purl.org/dc/elements/1.1/"/>
    <ds:schemaRef ds:uri="http://www.w3.org/XML/1998/namespace"/>
    <ds:schemaRef ds:uri="http://purl.org/dc/dcmitype/"/>
    <ds:schemaRef ds:uri="http://purl.org/dc/terms/"/>
    <ds:schemaRef ds:uri="http://schemas.microsoft.com/office/2006/metadata/properties"/>
    <ds:schemaRef ds:uri="http://schemas.microsoft.com/office/infopath/2007/PartnerControls"/>
    <ds:schemaRef ds:uri="http://schemas.microsoft.com/office/2006/documentManagement/types"/>
    <ds:schemaRef ds:uri="http://schemas.openxmlformats.org/package/2006/metadata/core-properties"/>
    <ds:schemaRef ds:uri="6611dc6c-5370-4c67-afca-c99c817716be"/>
  </ds:schemaRefs>
</ds:datastoreItem>
</file>

<file path=customXml/itemProps2.xml><?xml version="1.0" encoding="utf-8"?>
<ds:datastoreItem xmlns:ds="http://schemas.openxmlformats.org/officeDocument/2006/customXml" ds:itemID="{A03A8C6A-B482-4AE1-9D4B-321C384D8C4D}">
  <ds:schemaRefs>
    <ds:schemaRef ds:uri="http://schemas.microsoft.com/sharepoint/v3/contenttype/forms"/>
  </ds:schemaRefs>
</ds:datastoreItem>
</file>

<file path=customXml/itemProps3.xml><?xml version="1.0" encoding="utf-8"?>
<ds:datastoreItem xmlns:ds="http://schemas.openxmlformats.org/officeDocument/2006/customXml" ds:itemID="{4E047792-D48D-4867-AE49-05E7B3FB02F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611dc6c-5370-4c67-afca-c99c817716b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Prez_OEIF</Template>
  <TotalTime>4711</TotalTime>
  <Words>761</Words>
  <Application>Microsoft Office PowerPoint</Application>
  <PresentationFormat>Widescreen</PresentationFormat>
  <Paragraphs>129</Paragraphs>
  <Slides>11</Slides>
  <Notes>3</Notes>
  <HiddenSlides>3</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11</vt:i4>
      </vt:variant>
    </vt:vector>
  </HeadingPairs>
  <TitlesOfParts>
    <vt:vector size="19" baseType="lpstr">
      <vt:lpstr>Aptos</vt:lpstr>
      <vt:lpstr>Arial</vt:lpstr>
      <vt:lpstr>Outfit</vt:lpstr>
      <vt:lpstr>Outfit Medium</vt:lpstr>
      <vt:lpstr>Slides donkerblauw</vt:lpstr>
      <vt:lpstr>Slides lichtblauw</vt:lpstr>
      <vt:lpstr>Slides lichtoranje</vt:lpstr>
      <vt:lpstr>Titelslide donkerblauw</vt:lpstr>
      <vt:lpstr>Transforming research education through open &amp;  co-created learning</vt:lpstr>
      <vt:lpstr>Main activities  Research, Collaboration, &amp; Consultation</vt:lpstr>
      <vt:lpstr>Main activities Teaching</vt:lpstr>
      <vt:lpstr>Main activities Educational/training module design</vt:lpstr>
      <vt:lpstr>Proposal </vt:lpstr>
      <vt:lpstr>Proposal</vt:lpstr>
      <vt:lpstr>Proposal</vt:lpstr>
      <vt:lpstr>Proposal</vt:lpstr>
      <vt:lpstr>Proposal</vt:lpstr>
      <vt:lpstr>Proposal</vt:lpstr>
      <vt:lpstr>Proposal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Tamasi, K (epi)</dc:creator>
  <cp:lastModifiedBy>Tamasi, K (epi)</cp:lastModifiedBy>
  <cp:revision>2</cp:revision>
  <dcterms:created xsi:type="dcterms:W3CDTF">2026-04-14T08:41:53Z</dcterms:created>
  <dcterms:modified xsi:type="dcterms:W3CDTF">2026-09-21T11:33:15Z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0x010100DE4D55E6496CE6489485ADA3BB48570D</vt:lpwstr>
  </property>
  <property fmtid="{D5CDD505-2E9C-101B-9397-08002B2CF9AE}" pid="3" name="MediaServiceImageTags">
    <vt:lpwstr/>
  </property>
</Properties>
</file>